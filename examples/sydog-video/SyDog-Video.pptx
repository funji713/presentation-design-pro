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c9a8e03ca84aef" /><Relationship Type="http://schemas.openxmlformats.org/officeDocument/2006/relationships/extended-properties" Target="/docProps/app.xml" Id="R9f3332c0b6484d0c" /><Relationship Type="http://schemas.openxmlformats.org/officeDocument/2006/relationships/officeDocument" Target="/ppt/presentation.xml" Id="Re3129c34baf94b0f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8e555cc61c64ff0"/>
    <p:sldMasterId xmlns:r="http://schemas.openxmlformats.org/officeDocument/2006/relationships" id="2147483710" r:id="Rfe9d0a1743a44c83"/>
  </p:sldMasterIdLst>
  <p:notesMasterIdLst>
    <p:notesMasterId xmlns:r="http://schemas.openxmlformats.org/officeDocument/2006/relationships" r:id="Rbdecc459ddd442eb"/>
  </p:notesMasterIdLst>
  <p:sldIdLst>
    <p:sldId xmlns:r="http://schemas.openxmlformats.org/officeDocument/2006/relationships" id="256" r:id="R902ec1b09bfd4efd"/>
    <p:sldId xmlns:r="http://schemas.openxmlformats.org/officeDocument/2006/relationships" id="257" r:id="R0f8d914b6ee24e83"/>
    <p:sldId xmlns:r="http://schemas.openxmlformats.org/officeDocument/2006/relationships" id="258" r:id="R4750408af7804a3b"/>
    <p:sldId xmlns:r="http://schemas.openxmlformats.org/officeDocument/2006/relationships" id="259" r:id="Rf1945c406e96461b"/>
    <p:sldId xmlns:r="http://schemas.openxmlformats.org/officeDocument/2006/relationships" id="260" r:id="R5fa816cdee9340d6"/>
    <p:sldId xmlns:r="http://schemas.openxmlformats.org/officeDocument/2006/relationships" id="261" r:id="R916c60422c0a4966"/>
    <p:sldId xmlns:r="http://schemas.openxmlformats.org/officeDocument/2006/relationships" id="262" r:id="Red1b457936e14dd8"/>
    <p:sldId xmlns:r="http://schemas.openxmlformats.org/officeDocument/2006/relationships" id="263" r:id="R39279460286c401c"/>
    <p:sldId xmlns:r="http://schemas.openxmlformats.org/officeDocument/2006/relationships" id="264" r:id="R10989b5232794dc3"/>
    <p:sldId xmlns:r="http://schemas.openxmlformats.org/officeDocument/2006/relationships" id="265" r:id="Re94c0018218e43d4"/>
    <p:sldId xmlns:r="http://schemas.openxmlformats.org/officeDocument/2006/relationships" id="266" r:id="R745e32d2562c405d"/>
    <p:sldId xmlns:r="http://schemas.openxmlformats.org/officeDocument/2006/relationships" id="267" r:id="Rc88bf64ac34140db"/>
    <p:sldId xmlns:r="http://schemas.openxmlformats.org/officeDocument/2006/relationships" id="268" r:id="R999beaf6a680421e"/>
    <p:sldId xmlns:r="http://schemas.openxmlformats.org/officeDocument/2006/relationships" id="269" r:id="Rbfa3a68fafc94f73"/>
    <p:sldId xmlns:r="http://schemas.openxmlformats.org/officeDocument/2006/relationships" id="270" r:id="R39197975ea594917"/>
    <p:sldId xmlns:r="http://schemas.openxmlformats.org/officeDocument/2006/relationships" id="271" r:id="Re9593bae18e9431d"/>
    <p:sldId xmlns:r="http://schemas.openxmlformats.org/officeDocument/2006/relationships" id="272" r:id="R743fe5d0377f4880"/>
    <p:sldId xmlns:r="http://schemas.openxmlformats.org/officeDocument/2006/relationships" id="273" r:id="R5e3fa78144164c5d"/>
    <p:sldId xmlns:r="http://schemas.openxmlformats.org/officeDocument/2006/relationships" id="274" r:id="Ra1f4bd184fc74d62"/>
    <p:sldId xmlns:r="http://schemas.openxmlformats.org/officeDocument/2006/relationships" id="275" r:id="Ra2ec75e967a24710"/>
    <p:sldId xmlns:r="http://schemas.openxmlformats.org/officeDocument/2006/relationships" id="276" r:id="Rbd9a30b6c37b4d7b"/>
    <p:sldId xmlns:r="http://schemas.openxmlformats.org/officeDocument/2006/relationships" id="277" r:id="R41c5c3f65b944eb7"/>
    <p:sldId xmlns:r="http://schemas.openxmlformats.org/officeDocument/2006/relationships" id="278" r:id="R99e2f979ee0f4900"/>
    <p:sldId xmlns:r="http://schemas.openxmlformats.org/officeDocument/2006/relationships" id="279" r:id="Rd07eadd57d0443ac"/>
    <p:sldId xmlns:r="http://schemas.openxmlformats.org/officeDocument/2006/relationships" id="280" r:id="Rf2f5582d50ef44a4"/>
    <p:sldId xmlns:r="http://schemas.openxmlformats.org/officeDocument/2006/relationships" id="281" r:id="R24eca1bf173d4e6c"/>
    <p:sldId xmlns:r="http://schemas.openxmlformats.org/officeDocument/2006/relationships" id="282" r:id="R70086b3c355d4132"/>
    <p:sldId xmlns:r="http://schemas.openxmlformats.org/officeDocument/2006/relationships" id="283" r:id="R4971936c6c9e4a3b"/>
    <p:sldId xmlns:r="http://schemas.openxmlformats.org/officeDocument/2006/relationships" id="284" r:id="R9e48a26edaee4ad9"/>
    <p:sldId xmlns:r="http://schemas.openxmlformats.org/officeDocument/2006/relationships" id="285" r:id="R354c9d97a9d7478a"/>
    <p:sldId xmlns:r="http://schemas.openxmlformats.org/officeDocument/2006/relationships" id="286" r:id="R0915432a14c0421d"/>
  </p:sldIdLst>
  <p:sldSz cx="9144000" cy="5143500"/>
  <p:notesSz cx="6858000" cy="9144000"/>
  <p:embeddedFontLst>
    <p:embeddedFont>
      <p:font typeface="Proxima Nova"/>
      <p:regular xmlns:r="http://schemas.openxmlformats.org/officeDocument/2006/relationships" r:id="Reaa1240154014136"/>
      <p:bold xmlns:r="http://schemas.openxmlformats.org/officeDocument/2006/relationships" r:id="Rbac2ae4395f141a4"/>
      <p:italic xmlns:r="http://schemas.openxmlformats.org/officeDocument/2006/relationships" r:id="R27b46a10355b4f12"/>
      <p:boldItalic xmlns:r="http://schemas.openxmlformats.org/officeDocument/2006/relationships" r:id="R866fa0642b4c43c8"/>
    </p:embeddedFont>
    <p:embeddedFont>
      <p:font typeface="Roboto Medium"/>
      <p:regular xmlns:r="http://schemas.openxmlformats.org/officeDocument/2006/relationships" r:id="R35a7ee0ada25424d"/>
      <p:bold xmlns:r="http://schemas.openxmlformats.org/officeDocument/2006/relationships" r:id="R1ca3fa126e014aa4"/>
      <p:italic xmlns:r="http://schemas.openxmlformats.org/officeDocument/2006/relationships" r:id="R26bc31733a5d42e6"/>
      <p:boldItalic xmlns:r="http://schemas.openxmlformats.org/officeDocument/2006/relationships" r:id="R89dedbae4b164caa"/>
    </p:embeddedFont>
    <p:embeddedFont>
      <p:font typeface="Amatic SC"/>
      <p:regular xmlns:r="http://schemas.openxmlformats.org/officeDocument/2006/relationships" r:id="Rcc61959c67b14f38"/>
      <p:bold xmlns:r="http://schemas.openxmlformats.org/officeDocument/2006/relationships" r:id="Rd22efdb877cb43cd"/>
    </p:embeddedFont>
    <p:embeddedFont>
      <p:font typeface="Ubuntu Condensed"/>
      <p:regular xmlns:r="http://schemas.openxmlformats.org/officeDocument/2006/relationships" r:id="R4b4e15d674074cfc"/>
    </p:embeddedFont>
    <p:embeddedFont>
      <p:font typeface="Lato"/>
      <p:regular xmlns:r="http://schemas.openxmlformats.org/officeDocument/2006/relationships" r:id="R502593a5eacd4d39"/>
      <p:bold xmlns:r="http://schemas.openxmlformats.org/officeDocument/2006/relationships" r:id="R22143b0e8d364c18"/>
      <p:italic xmlns:r="http://schemas.openxmlformats.org/officeDocument/2006/relationships" r:id="Rfbd4ea9e72f546a8"/>
      <p:boldItalic xmlns:r="http://schemas.openxmlformats.org/officeDocument/2006/relationships" r:id="Rd1d9e40e050845e6"/>
    </p:embeddedFont>
    <p:embeddedFont>
      <p:font typeface="Lato Light"/>
      <p:regular xmlns:r="http://schemas.openxmlformats.org/officeDocument/2006/relationships" r:id="R439c286c69134b2a"/>
      <p:bold xmlns:r="http://schemas.openxmlformats.org/officeDocument/2006/relationships" r:id="Rb9aeda3721864f07"/>
      <p:italic xmlns:r="http://schemas.openxmlformats.org/officeDocument/2006/relationships" r:id="R3e69e546aae14385"/>
      <p:boldItalic xmlns:r="http://schemas.openxmlformats.org/officeDocument/2006/relationships" r:id="Refd99072546244ba"/>
    </p:embeddedFont>
    <p:embeddedFont>
      <p:font typeface="Fira Sans Condensed Medium"/>
      <p:regular xmlns:r="http://schemas.openxmlformats.org/officeDocument/2006/relationships" r:id="Rfb319a4f70784963"/>
      <p:bold xmlns:r="http://schemas.openxmlformats.org/officeDocument/2006/relationships" r:id="R536d2235095a400c"/>
      <p:italic xmlns:r="http://schemas.openxmlformats.org/officeDocument/2006/relationships" r:id="R641bd509e2f340de"/>
      <p:boldItalic xmlns:r="http://schemas.openxmlformats.org/officeDocument/2006/relationships" r:id="R7f6451792bc047b3"/>
    </p:embeddedFont>
    <p:embeddedFont>
      <p:font typeface="Fira Sans Extra Condensed Medium"/>
      <p:regular xmlns:r="http://schemas.openxmlformats.org/officeDocument/2006/relationships" r:id="R90bc7147320046fb"/>
      <p:bold xmlns:r="http://schemas.openxmlformats.org/officeDocument/2006/relationships" r:id="Reede8ae54fca40ae"/>
      <p:italic xmlns:r="http://schemas.openxmlformats.org/officeDocument/2006/relationships" r:id="R577bbf0ccfee4c89"/>
      <p:boldItalic xmlns:r="http://schemas.openxmlformats.org/officeDocument/2006/relationships" r:id="R51f63172217844dd"/>
    </p:embeddedFont>
    <p:embeddedFont>
      <p:font typeface="Livvic Medium"/>
      <p:regular xmlns:r="http://schemas.openxmlformats.org/officeDocument/2006/relationships" r:id="R1487a06c9b364c14"/>
      <p:bold xmlns:r="http://schemas.openxmlformats.org/officeDocument/2006/relationships" r:id="Ra34c22d2723c4f58"/>
      <p:italic xmlns:r="http://schemas.openxmlformats.org/officeDocument/2006/relationships" r:id="R068509ffaa194e40"/>
      <p:boldItalic xmlns:r="http://schemas.openxmlformats.org/officeDocument/2006/relationships" r:id="Re758e62d13164f6c"/>
    </p:embeddedFont>
    <p:embeddedFont>
      <p:font typeface="Livvic"/>
      <p:regular xmlns:r="http://schemas.openxmlformats.org/officeDocument/2006/relationships" r:id="Rf5f80af184c94d6f"/>
      <p:bold xmlns:r="http://schemas.openxmlformats.org/officeDocument/2006/relationships" r:id="R8b09004c896e467f"/>
      <p:italic xmlns:r="http://schemas.openxmlformats.org/officeDocument/2006/relationships" r:id="Rf8bdfb5acec547a1"/>
      <p:boldItalic xmlns:r="http://schemas.openxmlformats.org/officeDocument/2006/relationships" r:id="R6e67b1ffd8164c24"/>
    </p:embeddedFont>
    <p:embeddedFont>
      <p:font typeface="Proxima Nova Semibold"/>
      <p:regular xmlns:r="http://schemas.openxmlformats.org/officeDocument/2006/relationships" r:id="R21b3cd9967fb415f"/>
      <p:bold xmlns:r="http://schemas.openxmlformats.org/officeDocument/2006/relationships" r:id="R6703d0de626544a7"/>
      <p:boldItalic xmlns:r="http://schemas.openxmlformats.org/officeDocument/2006/relationships" r:id="R8b4f453516494895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0781DA3E-E259-4224-BCB1-08E8F0E299A6}">
  <a:tblStyle styleId="{0781DA3E-E259-4224-BCB1-08E8F0E299A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cd766b1343e4c61" /><Relationship Type="http://schemas.openxmlformats.org/officeDocument/2006/relationships/slideMaster" Target="/ppt/slideMasters/slideMaster1.xml" Id="Rf8e555cc61c64ff0" /><Relationship Type="http://schemas.openxmlformats.org/officeDocument/2006/relationships/slideMaster" Target="/ppt/slideMasters/slideMaster2.xml" Id="Rfe9d0a1743a44c83" /><Relationship Type="http://schemas.openxmlformats.org/officeDocument/2006/relationships/notesMaster" Target="/ppt/notesMasters/notesMaster1.xml" Id="Rbdecc459ddd442eb" /><Relationship Type="http://schemas.openxmlformats.org/officeDocument/2006/relationships/presProps" Target="/ppt/presProps.xml" Id="R9e186faf6b9b423b" /><Relationship Type="http://schemas.openxmlformats.org/officeDocument/2006/relationships/viewProps" Target="/ppt/viewProps.xml" Id="R42cad564a84241cd" /><Relationship Type="http://schemas.openxmlformats.org/officeDocument/2006/relationships/tableStyles" Target="/ppt/tableStyles.xml" Id="R83b9c512b3c94f2b" /><Relationship Type="http://schemas.openxmlformats.org/officeDocument/2006/relationships/font" Target="/ppt/fonts/font.dat" Id="Reaa1240154014136" /><Relationship Type="http://schemas.openxmlformats.org/officeDocument/2006/relationships/font" Target="/ppt/fonts/font2.dat" Id="Rbac2ae4395f141a4" /><Relationship Type="http://schemas.openxmlformats.org/officeDocument/2006/relationships/font" Target="/ppt/fonts/font3.dat" Id="R27b46a10355b4f12" /><Relationship Type="http://schemas.openxmlformats.org/officeDocument/2006/relationships/font" Target="/ppt/fonts/font4.dat" Id="R866fa0642b4c43c8" /><Relationship Type="http://schemas.openxmlformats.org/officeDocument/2006/relationships/font" Target="/ppt/fonts/font5.dat" Id="R35a7ee0ada25424d" /><Relationship Type="http://schemas.openxmlformats.org/officeDocument/2006/relationships/font" Target="/ppt/fonts/font6.dat" Id="R1ca3fa126e014aa4" /><Relationship Type="http://schemas.openxmlformats.org/officeDocument/2006/relationships/font" Target="/ppt/fonts/font7.dat" Id="R26bc31733a5d42e6" /><Relationship Type="http://schemas.openxmlformats.org/officeDocument/2006/relationships/font" Target="/ppt/fonts/font8.dat" Id="R89dedbae4b164caa" /><Relationship Type="http://schemas.openxmlformats.org/officeDocument/2006/relationships/font" Target="/ppt/fonts/font9.dat" Id="Rcc61959c67b14f38" /><Relationship Type="http://schemas.openxmlformats.org/officeDocument/2006/relationships/font" Target="/ppt/fonts/font10.dat" Id="Rd22efdb877cb43cd" /><Relationship Type="http://schemas.openxmlformats.org/officeDocument/2006/relationships/font" Target="/ppt/fonts/font11.dat" Id="R4b4e15d674074cfc" /><Relationship Type="http://schemas.openxmlformats.org/officeDocument/2006/relationships/font" Target="/ppt/fonts/font12.dat" Id="R502593a5eacd4d39" /><Relationship Type="http://schemas.openxmlformats.org/officeDocument/2006/relationships/font" Target="/ppt/fonts/font13.dat" Id="R22143b0e8d364c18" /><Relationship Type="http://schemas.openxmlformats.org/officeDocument/2006/relationships/font" Target="/ppt/fonts/font14.dat" Id="Rfbd4ea9e72f546a8" /><Relationship Type="http://schemas.openxmlformats.org/officeDocument/2006/relationships/font" Target="/ppt/fonts/font15.dat" Id="Rd1d9e40e050845e6" /><Relationship Type="http://schemas.openxmlformats.org/officeDocument/2006/relationships/font" Target="/ppt/fonts/font16.dat" Id="R439c286c69134b2a" /><Relationship Type="http://schemas.openxmlformats.org/officeDocument/2006/relationships/font" Target="/ppt/fonts/font17.dat" Id="Rb9aeda3721864f07" /><Relationship Type="http://schemas.openxmlformats.org/officeDocument/2006/relationships/font" Target="/ppt/fonts/font18.dat" Id="R3e69e546aae14385" /><Relationship Type="http://schemas.openxmlformats.org/officeDocument/2006/relationships/font" Target="/ppt/fonts/font19.dat" Id="Refd99072546244ba" /><Relationship Type="http://schemas.openxmlformats.org/officeDocument/2006/relationships/font" Target="/ppt/fonts/font20.dat" Id="Rfb319a4f70784963" /><Relationship Type="http://schemas.openxmlformats.org/officeDocument/2006/relationships/font" Target="/ppt/fonts/font21.dat" Id="R536d2235095a400c" /><Relationship Type="http://schemas.openxmlformats.org/officeDocument/2006/relationships/font" Target="/ppt/fonts/font22.dat" Id="R641bd509e2f340de" /><Relationship Type="http://schemas.openxmlformats.org/officeDocument/2006/relationships/font" Target="/ppt/fonts/font23.dat" Id="R7f6451792bc047b3" /><Relationship Type="http://schemas.openxmlformats.org/officeDocument/2006/relationships/font" Target="/ppt/fonts/font24.dat" Id="R90bc7147320046fb" /><Relationship Type="http://schemas.openxmlformats.org/officeDocument/2006/relationships/font" Target="/ppt/fonts/font25.dat" Id="Reede8ae54fca40ae" /><Relationship Type="http://schemas.openxmlformats.org/officeDocument/2006/relationships/font" Target="/ppt/fonts/font26.dat" Id="R577bbf0ccfee4c89" /><Relationship Type="http://schemas.openxmlformats.org/officeDocument/2006/relationships/font" Target="/ppt/fonts/font27.dat" Id="R51f63172217844dd" /><Relationship Type="http://schemas.openxmlformats.org/officeDocument/2006/relationships/font" Target="/ppt/fonts/font28.dat" Id="R1487a06c9b364c14" /><Relationship Type="http://schemas.openxmlformats.org/officeDocument/2006/relationships/font" Target="/ppt/fonts/font29.dat" Id="Ra34c22d2723c4f58" /><Relationship Type="http://schemas.openxmlformats.org/officeDocument/2006/relationships/font" Target="/ppt/fonts/font30.dat" Id="R068509ffaa194e40" /><Relationship Type="http://schemas.openxmlformats.org/officeDocument/2006/relationships/font" Target="/ppt/fonts/font31.dat" Id="Re758e62d13164f6c" /><Relationship Type="http://schemas.openxmlformats.org/officeDocument/2006/relationships/font" Target="/ppt/fonts/font32.dat" Id="Rf5f80af184c94d6f" /><Relationship Type="http://schemas.openxmlformats.org/officeDocument/2006/relationships/font" Target="/ppt/fonts/font33.dat" Id="R8b09004c896e467f" /><Relationship Type="http://schemas.openxmlformats.org/officeDocument/2006/relationships/font" Target="/ppt/fonts/font34.dat" Id="Rf8bdfb5acec547a1" /><Relationship Type="http://schemas.openxmlformats.org/officeDocument/2006/relationships/font" Target="/ppt/fonts/font35.dat" Id="R6e67b1ffd8164c24" /><Relationship Type="http://schemas.openxmlformats.org/officeDocument/2006/relationships/font" Target="/ppt/fonts/font36.dat" Id="R21b3cd9967fb415f" /><Relationship Type="http://schemas.openxmlformats.org/officeDocument/2006/relationships/font" Target="/ppt/fonts/font37.dat" Id="R6703d0de626544a7" /><Relationship Type="http://schemas.openxmlformats.org/officeDocument/2006/relationships/font" Target="/ppt/fonts/font38.dat" Id="R8b4f453516494895" /><Relationship Type="http://schemas.openxmlformats.org/officeDocument/2006/relationships/slide" Target="/ppt/slides/slide1.xml" Id="R902ec1b09bfd4efd" /><Relationship Type="http://schemas.openxmlformats.org/officeDocument/2006/relationships/slide" Target="/ppt/slides/slide2.xml" Id="R0f8d914b6ee24e83" /><Relationship Type="http://schemas.openxmlformats.org/officeDocument/2006/relationships/slide" Target="/ppt/slides/slide3.xml" Id="R4750408af7804a3b" /><Relationship Type="http://schemas.openxmlformats.org/officeDocument/2006/relationships/slide" Target="/ppt/slides/slide4.xml" Id="Rf1945c406e96461b" /><Relationship Type="http://schemas.openxmlformats.org/officeDocument/2006/relationships/slide" Target="/ppt/slides/slide5.xml" Id="R5fa816cdee9340d6" /><Relationship Type="http://schemas.openxmlformats.org/officeDocument/2006/relationships/slide" Target="/ppt/slides/slide6.xml" Id="R916c60422c0a4966" /><Relationship Type="http://schemas.openxmlformats.org/officeDocument/2006/relationships/slide" Target="/ppt/slides/slide7.xml" Id="Red1b457936e14dd8" /><Relationship Type="http://schemas.openxmlformats.org/officeDocument/2006/relationships/slide" Target="/ppt/slides/slide8.xml" Id="R39279460286c401c" /><Relationship Type="http://schemas.openxmlformats.org/officeDocument/2006/relationships/slide" Target="/ppt/slides/slide9.xml" Id="R10989b5232794dc3" /><Relationship Type="http://schemas.openxmlformats.org/officeDocument/2006/relationships/slide" Target="/ppt/slides/slide10.xml" Id="Re94c0018218e43d4" /><Relationship Type="http://schemas.openxmlformats.org/officeDocument/2006/relationships/slide" Target="/ppt/slides/slide11.xml" Id="R745e32d2562c405d" /><Relationship Type="http://schemas.openxmlformats.org/officeDocument/2006/relationships/slide" Target="/ppt/slides/slide12.xml" Id="Rc88bf64ac34140db" /><Relationship Type="http://schemas.openxmlformats.org/officeDocument/2006/relationships/slide" Target="/ppt/slides/slide13.xml" Id="R999beaf6a680421e" /><Relationship Type="http://schemas.openxmlformats.org/officeDocument/2006/relationships/slide" Target="/ppt/slides/slide14.xml" Id="Rbfa3a68fafc94f73" /><Relationship Type="http://schemas.openxmlformats.org/officeDocument/2006/relationships/slide" Target="/ppt/slides/slide15.xml" Id="R39197975ea594917" /><Relationship Type="http://schemas.openxmlformats.org/officeDocument/2006/relationships/slide" Target="/ppt/slides/slide16.xml" Id="Re9593bae18e9431d" /><Relationship Type="http://schemas.openxmlformats.org/officeDocument/2006/relationships/slide" Target="/ppt/slides/slide17.xml" Id="R743fe5d0377f4880" /><Relationship Type="http://schemas.openxmlformats.org/officeDocument/2006/relationships/slide" Target="/ppt/slides/slide18.xml" Id="R5e3fa78144164c5d" /><Relationship Type="http://schemas.openxmlformats.org/officeDocument/2006/relationships/slide" Target="/ppt/slides/slide19.xml" Id="Ra1f4bd184fc74d62" /><Relationship Type="http://schemas.openxmlformats.org/officeDocument/2006/relationships/slide" Target="/ppt/slides/slide20.xml" Id="Ra2ec75e967a24710" /><Relationship Type="http://schemas.openxmlformats.org/officeDocument/2006/relationships/slide" Target="/ppt/slides/slide21.xml" Id="Rbd9a30b6c37b4d7b" /><Relationship Type="http://schemas.openxmlformats.org/officeDocument/2006/relationships/slide" Target="/ppt/slides/slide22.xml" Id="R41c5c3f65b944eb7" /><Relationship Type="http://schemas.openxmlformats.org/officeDocument/2006/relationships/slide" Target="/ppt/slides/slide23.xml" Id="R99e2f979ee0f4900" /><Relationship Type="http://schemas.openxmlformats.org/officeDocument/2006/relationships/slide" Target="/ppt/slides/slide24.xml" Id="Rd07eadd57d0443ac" /><Relationship Type="http://schemas.openxmlformats.org/officeDocument/2006/relationships/slide" Target="/ppt/slides/slide25.xml" Id="Rf2f5582d50ef44a4" /><Relationship Type="http://schemas.openxmlformats.org/officeDocument/2006/relationships/slide" Target="/ppt/slides/slide26.xml" Id="R24eca1bf173d4e6c" /><Relationship Type="http://schemas.openxmlformats.org/officeDocument/2006/relationships/slide" Target="/ppt/slides/slide27.xml" Id="R70086b3c355d4132" /><Relationship Type="http://schemas.openxmlformats.org/officeDocument/2006/relationships/slide" Target="/ppt/slides/slide28.xml" Id="R4971936c6c9e4a3b" /><Relationship Type="http://schemas.openxmlformats.org/officeDocument/2006/relationships/slide" Target="/ppt/slides/slide29.xml" Id="R9e48a26edaee4ad9" /><Relationship Type="http://schemas.openxmlformats.org/officeDocument/2006/relationships/slide" Target="/ppt/slides/slide30.xml" Id="R354c9d97a9d7478a" /><Relationship Type="http://schemas.openxmlformats.org/officeDocument/2006/relationships/slide" Target="/ppt/slides/slide31.xml" Id="R0915432a14c042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f6a7d565e1054a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Animal Center XL by Slidesgo">
  <a:themeElements>
    <a:clrScheme name="Simple Light">
      <a:dk1>
        <a:srgbClr val="2E2E2E"/>
      </a:dk1>
      <a:lt1>
        <a:srgbClr val="F5F5F5"/>
      </a:lt1>
      <a:dk2>
        <a:srgbClr val="595959"/>
      </a:dk2>
      <a:lt2>
        <a:srgbClr val="EEEEEE"/>
      </a:lt2>
      <a:accent1>
        <a:srgbClr val="B3B9FB"/>
      </a:accent1>
      <a:accent2>
        <a:srgbClr val="FFDB8F"/>
      </a:accent2>
      <a:accent3>
        <a:srgbClr val="9DE0EE"/>
      </a:accent3>
      <a:accent4>
        <a:srgbClr val="D2D6FD"/>
      </a:accent4>
      <a:accent5>
        <a:srgbClr val="F3E0B7"/>
      </a:accent5>
      <a:accent6>
        <a:srgbClr val="C9F0F8"/>
      </a:accent6>
      <a:hlink>
        <a:srgbClr val="2E2E2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af15864f9f4407" /><Relationship Type="http://schemas.openxmlformats.org/officeDocument/2006/relationships/notesMaster" Target="/ppt/notesMasters/notesMaster1.xml" Id="Rd1161bac40494a4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2e155897eb4aa0" /><Relationship Type="http://schemas.openxmlformats.org/officeDocument/2006/relationships/notesMaster" Target="/ppt/notesMasters/notesMaster1.xml" Id="R2129b2640a6b4ee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a7239c9c6d54365" /><Relationship Type="http://schemas.openxmlformats.org/officeDocument/2006/relationships/notesMaster" Target="/ppt/notesMasters/notesMaster1.xml" Id="R07e9d4730c7040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3037587050480d" /><Relationship Type="http://schemas.openxmlformats.org/officeDocument/2006/relationships/notesMaster" Target="/ppt/notesMasters/notesMaster1.xml" Id="R957358359ac54f9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377c353fedc4608" /><Relationship Type="http://schemas.openxmlformats.org/officeDocument/2006/relationships/notesMaster" Target="/ppt/notesMasters/notesMaster1.xml" Id="R8e555fe620df4d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611cb5770ea4c8e" /><Relationship Type="http://schemas.openxmlformats.org/officeDocument/2006/relationships/notesMaster" Target="/ppt/notesMasters/notesMaster1.xml" Id="R8659e077676f40d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e7025288b004e00" /><Relationship Type="http://schemas.openxmlformats.org/officeDocument/2006/relationships/notesMaster" Target="/ppt/notesMasters/notesMaster1.xml" Id="Ra6606f62c813404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ed03a1434ad4683" /><Relationship Type="http://schemas.openxmlformats.org/officeDocument/2006/relationships/notesMaster" Target="/ppt/notesMasters/notesMaster1.xml" Id="Rcbdda14db5b74fd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0adba109f5f41cd" /><Relationship Type="http://schemas.openxmlformats.org/officeDocument/2006/relationships/notesMaster" Target="/ppt/notesMasters/notesMaster1.xml" Id="Rcef14de640af41f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23903af619d4005" /><Relationship Type="http://schemas.openxmlformats.org/officeDocument/2006/relationships/notesMaster" Target="/ppt/notesMasters/notesMaster1.xml" Id="Rb5ea931457074b0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6b84ed6de7f48cc" /><Relationship Type="http://schemas.openxmlformats.org/officeDocument/2006/relationships/notesMaster" Target="/ppt/notesMasters/notesMaster1.xml" Id="Ra1ba0450b469418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a7b8756fdf44e52" /><Relationship Type="http://schemas.openxmlformats.org/officeDocument/2006/relationships/notesMaster" Target="/ppt/notesMasters/notesMaster1.xml" Id="Rb2c57c0c8451428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12668e4baff466b" /><Relationship Type="http://schemas.openxmlformats.org/officeDocument/2006/relationships/notesMaster" Target="/ppt/notesMasters/notesMaster1.xml" Id="R965bae3a576f486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ac9be1a16a94f8b" /><Relationship Type="http://schemas.openxmlformats.org/officeDocument/2006/relationships/notesMaster" Target="/ppt/notesMasters/notesMaster1.xml" Id="Rd95d008253c5471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663f4697b454ea2" /><Relationship Type="http://schemas.openxmlformats.org/officeDocument/2006/relationships/notesMaster" Target="/ppt/notesMasters/notesMaster1.xml" Id="R0cd1b3222b0b455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5e46951d65e4fac" /><Relationship Type="http://schemas.openxmlformats.org/officeDocument/2006/relationships/notesMaster" Target="/ppt/notesMasters/notesMaster1.xml" Id="R2d1c97f606a84ef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c81b06b119f4f11" /><Relationship Type="http://schemas.openxmlformats.org/officeDocument/2006/relationships/notesMaster" Target="/ppt/notesMasters/notesMaster1.xml" Id="R023a473210994dc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5ba14d2655d4798" /><Relationship Type="http://schemas.openxmlformats.org/officeDocument/2006/relationships/notesMaster" Target="/ppt/notesMasters/notesMaster1.xml" Id="Ra34911829c0d48d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fb0a7e169bb4908" /><Relationship Type="http://schemas.openxmlformats.org/officeDocument/2006/relationships/notesMaster" Target="/ppt/notesMasters/notesMaster1.xml" Id="R755ad18b255540e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f857d58f5534555" /><Relationship Type="http://schemas.openxmlformats.org/officeDocument/2006/relationships/notesMaster" Target="/ppt/notesMasters/notesMaster1.xml" Id="Rdbce2cdd9ac9441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33bacba562b44c0" /><Relationship Type="http://schemas.openxmlformats.org/officeDocument/2006/relationships/notesMaster" Target="/ppt/notesMasters/notesMaster1.xml" Id="R519041329720495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f483735820541d9" /><Relationship Type="http://schemas.openxmlformats.org/officeDocument/2006/relationships/notesMaster" Target="/ppt/notesMasters/notesMaster1.xml" Id="R79682a8ebaa7429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3e3ff0ef4654757" /><Relationship Type="http://schemas.openxmlformats.org/officeDocument/2006/relationships/notesMaster" Target="/ppt/notesMasters/notesMaster1.xml" Id="Rb51e7b8ddd1a440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f74576994ce4bc6" /><Relationship Type="http://schemas.openxmlformats.org/officeDocument/2006/relationships/notesMaster" Target="/ppt/notesMasters/notesMaster1.xml" Id="Re4e35ce489c34b5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e1f37b8fe5f414f" /><Relationship Type="http://schemas.openxmlformats.org/officeDocument/2006/relationships/notesMaster" Target="/ppt/notesMasters/notesMaster1.xml" Id="Rc56014c02d2a48f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57b11c3651f4a07" /><Relationship Type="http://schemas.openxmlformats.org/officeDocument/2006/relationships/notesMaster" Target="/ppt/notesMasters/notesMaster1.xml" Id="R59c9b9beb688489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0c3083a0d8a422d" /><Relationship Type="http://schemas.openxmlformats.org/officeDocument/2006/relationships/notesMaster" Target="/ppt/notesMasters/notesMaster1.xml" Id="R6c6804a747cc421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b46ec60e6ed4d28" /><Relationship Type="http://schemas.openxmlformats.org/officeDocument/2006/relationships/notesMaster" Target="/ppt/notesMasters/notesMaster1.xml" Id="R32a78d56d93749a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6289ef3a0f14de7" /><Relationship Type="http://schemas.openxmlformats.org/officeDocument/2006/relationships/notesMaster" Target="/ppt/notesMasters/notesMaster1.xml" Id="Rc0bdc669903a47c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69f64e16f6b44a4" /><Relationship Type="http://schemas.openxmlformats.org/officeDocument/2006/relationships/notesMaster" Target="/ppt/notesMasters/notesMaster1.xml" Id="R90a793e9be4d4b2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5394ed7e2a745ca" /><Relationship Type="http://schemas.openxmlformats.org/officeDocument/2006/relationships/notesMaster" Target="/ppt/notesMasters/notesMaster1.xml" Id="Rb161fb20b71244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這篇研究的核心是資料，而不是提出全新的神經網路。作者希望利用能自動產生標註的合成影片，讓時序姿態模型在少量真實犬隻影片上仍能學習。本報告先說明資料與模型，再以已知、未知犬種的不同結果評估其價值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p.1；DOI: 10.1007/s11263-023-01946-z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報告分成四個部分。先建立問題和貢獻，再釐清兩個資料集的角色。接著介紹時間資訊如何進入模型，以及如何比較不同訓練方式。最後逐一檢視實驗，特別留意已知與未知犬種，以及不同指標之間的差異。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依論文學習順序整理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請先注意右側奔跑姿態，單張影像不一定能清楚呈現每一條腿。前後幀可能提供線索，但訓練時序模型也需要連續且有標註的影片。研究中的公開資料缺口，是作者寫作時的背景判斷，不能直接當作今天的資料集現況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pp.1–2；Fig.3（p.8）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這三個數字分別描述影片數、影格數和標註種類，不能混用。每段影片有175張影格，所以總計87500張。模型採用既有的LSTM Pose Machine；真正要評估的是合成影片作為預訓練資料，是否能改善少量真實資料的學習。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p.2；§3.3（p.4）；§4.2.2（p.6）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接下來先看資料如何產生，再看資料如何切分。這兩件事直接決定後續結果代表什麼：合成資料要有變化，但同一影片不能失去時間連續性；測試資料則要區分已知犬種和未見犬種。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§3–4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流程由犬隻資產和動畫開始，再設定相機與環境，最後渲染並取得標註。這裡的175是每段影片影格數，五幀是模型輸入序列的長度。論文的45分鐘指17500幀的生成示例，並非整個資料集的生成時間。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pp.3–4、6；不是完整 87,500 幀只需 45 分鐘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上方對照同一批模型加毛髮前後的外觀，下方展示手繪材質。這些設計增加了視覺多樣性，但不等於完全真實。作者指出，部分模型的比例不適合原動畫系統；毛髮為了支援標註工具轉成網格，也失去風、重力及碰撞等效果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pp.3–4；Fig.1–2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影片合成與單張影像合成的重要差異，是隨機化的時間尺度。跨影片需要多樣性，同一影片則需要連續性。因此作者在每一個影片迭代開始時設定條件，再讓動畫逐幀推進。這個安排讓模型看到合理的連續姿態，而非彼此無關的圖片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§3.2.4（p.4）；Fig.11（p.14）；Table 11（p.15）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這一頁先解釋標註的語意。真實資料並非直接沿用合成資料的索引，所以作者建立映射。合成資料的Head與Hips在映射表中為負一，會設為不可見。更重要的是，合成資料能標出人眼看不到的關節，而真實資料的不確定點通常沒有座標，這也影響不同資料集的比較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§3.1（p.3）；Table 1（p.5）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這裡用表格把影片、影格和序列分開。模型看到的是五幀序列，不是把87500當作獨立影片。合成測試同時留出犬型與背景，Table 4又輪流留出五個犬型評估。因此它測的是合成域內，對新形狀和背景的泛化。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§4.2.2（p.6）；Table 3–4（p.7）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gio-11的名稱容易讓人誤以為只有十一段影片，實際原始資料有十四段。十一段用於切出訓練及known測試，另外三段保留給未知犬種。因為known來自相同影片，它不能代表完全獨立的新影片測試。另外，表二寫155訓練序列，但正文多處寫115；此處依表二，保留這個可重現性疑義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pp.3、5–6；Table 2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資料準備好之後，接著釐清模型如何利用時間資訊，以及結果如何衡量。這篇研究採用同一類時序模型來比較不同訓練來源，所以下面要特別注意哪些條件相同，哪些條件仍然不同。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§3.3–4.3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這是概念示意，不是完整網路的逐層架構。LSTM Pose Machine把原本的多階段影像估計延伸為跨幀的遞迴模型，利用記憶傳遞資訊。當某一幀的關節線索較弱時，時間前後文可能有幫助。實際合成訓練使用五幀序列；後面會用NoTemp實驗檢查這個作用。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§3.3–3.4（pp.4–5）；Luo et al. (2017) 由原文引用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兩個指標回答不同問題。PDJ計算有多少關鍵點在容許距離內；MPJPE則看誤差的平均大小。因為PDJ有門檻，而平均誤差會受到較大錯誤影響，所以某個模型可能PDJ較高，MPJPE卻不是最低。後續不能只用其中一個指標宣稱全面最佳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§3.4（p.5）；§4.3（pp.6–7）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這四種策略是論文的基本實驗。不過，微調使用Dogio，而混合訓練使用StanfordExtra，真實資料來源並不相同。因此即使微調的表現較好，也不能將全部差異只歸因於先後順序。小型Dogio直接訓練失敗，是這篇設定下的觀察，不是所有小資料集的普遍定律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§4.1（p.5）；§4.2.3（p.6）；§5.1、5.3（pp.7–8）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先比較資料來源，才能理解後面的數字。StanfordExtra和Animal Pose是單張圖片，但APT-36K在這篇研究中被處理成序列，所以不能概括所有真實預訓練都沒有時間資訊。資料量、物種與標註完整度也不同。最直接的時間對照是SyDog與NoTemp。ImageNet預訓練在小型Dogio設定下也未成功學習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§4.2.3（p.6）；Table 7（p.9）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接下來的結果由基本問題往外展開。先問合成資料訓練是否能直接用在真實影片，再問微調是否有效。之後檢查時間資訊、困難案例、二次微調及合成設計。每個結果都會保留測試集和指標條件。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§5–6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合成留一犬型測試的平均PDJ有77.40，但直接測真實資料時降到43.07和37.36。這證明合成域學到的能力並未直接轉成真實域的可靠表現。這些是不同測試資料的結果，不把差距當作同一測試集上的提升幅度。也不要將這裡的合成平均和Table 7的own test混為相同協定。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Tables 4–5（p.7）；Fig.3（p.8）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這一頁先看紅色的微調列。Known提升34.69個百分點，Unknown只提升4.42，改善幅度很不對稱。這表示少量目標資料有效適應了已知條件，但對新犬種仍有限。混合訓練的PDJ較低，但要記得它使用StanfordExtra，並非控制相同真實資料的純訓練策略比較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Table 6（p.8）；微調與混合的真實資料來源不同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請沿著同一欄比較上下兩張影像，綠色是真值，藍色是模型預測。作者用這組已知犬種範例展示微調後的位置改善。它能幫助理解數字代表的視覺效果，但不能取代整體評估；論文沒有以這張圖證明新犬種的泛化能力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Fig.4（p.9）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同樣用Dogio微調後，SyDog在這張表的Known和Unknown PDJ都最高。不過，Animal Pose的Known MPJPE是0.15，優於SyDog的0.16；APT的Unknown MPJPE也更低。因此合成預訓練有價值，但不能說它在每一種誤差指標都勝出，或把跨資料集差異完全歸因於時間資訊。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Table 7（p.9）；比較條件見 §4.2.3（p.6）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這是檢驗時間資訊最直接的對照。NoTemp保留相同網路，但每個階段輸入同一影像，因此移除了跨幀變化。連續影片在已知和未知犬種都提升約十四個PDJ百分點，兩個MPJPE也都下降0.07。結果支持時間資訊有用，仍不等於證明所有跨資料集的差異都只來自時間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§4.2.2（p.6）；Table 7（p.9）；差值由表中數值計算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這一頁只比較原文Challenge欄，避免混合不同難度子集。SyDog的PDJ是70.51，較最佳真實對照APT高15.86個百分點，平均誤差也更低。不過，原表部分整體值無法由困難與簡單子集一致重建，所以這裡不推算整體加權結果，也不自行補充未交代的樣本構成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Table 9（p.12）；差值 70.51 − 54.65 = 15.86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先沿著最上方SyDog那一列由左到右看，再與下面不同預訓練來源比較。作者特別提到前腳與尾部的連續預測。這是定性證據，不能把視覺上較一致直接當成已量測的抖動改善百分比；論文沒有另列時間平滑度指標。大幅動作和遮蔽另有圖六與圖七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Fig.5（p.10）；大動作／遮蔽範例另見 Fig.6–7（p.11）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這頁是理解泛化限制的重要補充。先經Animal Pose或APT，再以Dogio微調，未知犬種PDJ可提升到約58。以Animal Pose中繼為例，相對直接微調，Unknown提高16.94，而Known降低2.77。這表示最佳路徑取決於要優先改善哪個測試條件，不能照字面把單次微調稱為全面最佳。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Tables 7–8（p.9）；差值由原表計算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上方是同一樣本在不同背景設定的樣子，左到右為clean、道具、人物、道具加人物。表格聚焦微調後的PDJ，無地面幾何版本在兩種測試集都較高。加入人物雖提升Known，卻降低Unknown，因此增加場景複雜度並不會自動帶來更好的泛化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Fig.8–9（p.12）；保留原文微調設定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先注意橫軸是對數尺度，而且樣本是一個五幀序列，不是單張影像。曲線顯示資料增加初期有效，但到了約7700序列，Known趨於飽和，Unknown還可能下降。這不是越多越差的普遍規律，而是這個合成分布與Dogio目標資料組合下的結果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Fig.10、§5.6（p.13）；橫軸為樣本數的對數尺度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外觀增強包括灰階、雜訊、亮度及對比等變化，能提升這組實驗的表現。再加入幾何增強並未進一步提高PDJ。作者也指出不加毛髮反而更好；但Table 10無毛髮那列的中間欄位疑似錯置，因此只引用欄位明確的Known PDJ 80.53，不自行修正整列。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Table 10（p.13）；Table 10 的完整增強數值不與 Table 6 混組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最後將限制分成四層：泛化、資料代表性、比較條件及報告一致性。這些限制不會抹去合成影片的價值，但會影響結論能推到多遠。這篇沒有驗證實際獸醫診斷效果，也沒有證明在廣泛犬種和環境皆可靠。未來擴充犬型、真實影片和獨立測試集，會是合理的研究延伸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§6（pp.13–14）；Tables 2、6、7、9、10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可以帶走三個重點。第一，合成影片確實能提供有用的預訓練。第二，NoTemp對照支持時間資訊的貢獻。第三，這項貢獻仍需要目標域適應，而且新犬種的泛化尚未完成。討論時可回到一個問題：若目標是陌生犬種，應優先增加合成外觀多樣性、真實影片，還是改變適應流程？這是研究延伸，不是本文已證明的答案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PDF 全文；重點為 Tables 6–8 與 §6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Shooter, Malleson &amp; Hilton (2024), IJCV 132:1986–2002. https://doi.org/10.1007/s11263-023-01946-z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講稿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謝謝各位聆聽。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來源與必要條件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結尾頁；模板致謝保留於前一頁。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2e6f0e910a49f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907e63576248a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e049d495cf481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6d814ef1094f4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4f3012d063484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f78566cd624b0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e59352cd19457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0b56fa461c435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a388f7f7524d7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2c40f06e62433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1b09bf8bc24428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baa3c1f58b4c72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d644947bbc430c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86a95be8b44e2c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b34b5380664d8b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0e6053ed0d4b78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886246dbaa4dcc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a3f00a0c4b4ebc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b8119568154bba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edb620d0a943e6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a8787de3ca419d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4cec8c370f47f0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558093addb4e86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ed32022978401b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7be7c6d7364646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242ba254a944bd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ed14b9176c4f8a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da08a2234447c1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dad7a84c484e7e" /></Relationships>
</file>

<file path=ppt/slideLayouts/_rels/slideLayout3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7abe05ad1a4e0b" /></Relationships>
</file>

<file path=ppt/slideLayouts/_rels/slideLayout3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0411f1d597470e" /></Relationships>
</file>

<file path=ppt/slideLayouts/_rels/slideLayout3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81140f535144ca" /></Relationships>
</file>

<file path=ppt/slideLayouts/_rels/slideLayout3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bf459e698c4958" /></Relationships>
</file>

<file path=ppt/slideLayouts/_rels/slideLayout3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1550fad2144274" /></Relationships>
</file>

<file path=ppt/slideLayouts/_rels/slideLayout3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df838360f14cdd" /></Relationships>
</file>

<file path=ppt/slideLayouts/_rels/slideLayout3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df54f50af34ada" /></Relationships>
</file>

<file path=ppt/slideLayouts/_rels/slideLayout3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d6a7e5435c4058" /></Relationships>
</file>

<file path=ppt/slideLayouts/_rels/slideLayout3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315628b9bf4cea" /></Relationships>
</file>

<file path=ppt/slideLayouts/_rels/slideLayout3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56cb99b55248b8" /></Relationships>
</file>

<file path=ppt/slideLayouts/_rels/slideLayout4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5c1f9abd894269" /></Relationships>
</file>

<file path=ppt/slideLayouts/_rels/slideLayout4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6781d566914232" /></Relationships>
</file>

<file path=ppt/slideLayouts/_rels/slideLayout4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59e8e640534cfc" /></Relationships>
</file>

<file path=ppt/slideLayouts/_rels/slideLayout4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87c05a86b748f9" /></Relationships>
</file>

<file path=ppt/slideLayouts/_rels/slideLayout4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025eb1ebf94837" /></Relationships>
</file>

<file path=ppt/slideLayouts/_rels/slideLayout4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0e904d53024dc5" /></Relationships>
</file>

<file path=ppt/slideLayouts/_rels/slideLayout4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29849af25e4859" /></Relationships>
</file>

<file path=ppt/slideLayouts/_rels/slideLayout4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86830d59e242a8" /></Relationships>
</file>

<file path=ppt/slideLayouts/_rels/slideLayout4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f465cf178146a7" /></Relationships>
</file>

<file path=ppt/slideLayouts/_rels/slideLayout4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3b4cb6089842ff" /></Relationships>
</file>

<file path=ppt/slideLayouts/_rels/slideLayout5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27e359d792424c" /></Relationships>
</file>

<file path=ppt/slideLayouts/_rels/slideLayout5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796317381540d1" /></Relationships>
</file>

<file path=ppt/slideLayouts/_rels/slideLayout5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166e1a488a41c4" /></Relationships>
</file>

<file path=ppt/slideLayouts/_rels/slideLayout5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b6856b7aa0470b" /></Relationships>
</file>

<file path=ppt/slideLayouts/_rels/slideLayout5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a44e90a46a4796" /></Relationships>
</file>

<file path=ppt/slideLayouts/_rels/slideLayout5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c65e586f7f46fc" /></Relationships>
</file>

<file path=ppt/slideLayouts/_rels/slideLayout5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decc77e5a047f0" /></Relationships>
</file>

<file path=ppt/slideLayouts/_rels/slideLayout5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89940a98f4459a" /></Relationships>
</file>

<file path=ppt/slideLayouts/_rels/slideLayout5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92c1be67994e54" /></Relationships>
</file>

<file path=ppt/slideLayouts/_rels/slideLayout5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fff69daacf4b9c" /></Relationships>
</file>

<file path=ppt/slideLayouts/_rels/slideLayout6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4ac2219a194239" /></Relationships>
</file>

<file path=ppt/slideLayouts/_rels/slideLayout6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72b683bffe4593" /></Relationships>
</file>

<file path=ppt/slideLayouts/_rels/slideLayout6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9d05716def240cc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EA2569E6-220B-4DA0-AE15-4C427D486AB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457925" y="396350"/>
            <a:ext cx="32064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3F68738D-502F-400F-AC10-7E94B66C867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791825" y="2333500"/>
            <a:ext cx="2538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03A3B41E-8641-40BA-AEDC-0FB2250F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039750" y="381000"/>
            <a:ext cx="1457400" cy="14574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>
            <a:extLst xmlns:a="http://schemas.openxmlformats.org/drawingml/2006/main">
              <a:ext uri="{FF2B5EF4-FFF2-40B4-BE49-F238E27FC236}">
                <a16:creationId xmlns:a16="http://schemas.microsoft.com/office/drawing/2014/main" id="{860CCA15-9521-439C-BAF8-C8BC6E24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-8900" y="-394400"/>
            <a:ext cx="4004400" cy="40044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1B048DBD-872F-4CBA-8BE7-942FCC155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825" y="-217650"/>
            <a:ext cx="1761900" cy="17619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3">
            <a:extLst xmlns:a="http://schemas.openxmlformats.org/drawingml/2006/main">
              <a:ext uri="{FF2B5EF4-FFF2-40B4-BE49-F238E27FC236}">
                <a16:creationId xmlns:a16="http://schemas.microsoft.com/office/drawing/2014/main" id="{165E8DE0-2238-4F75-8A02-63F58E7B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-649200" y="4242225"/>
            <a:ext cx="1369200" cy="13692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>
            <a:extLst xmlns:a="http://schemas.openxmlformats.org/drawingml/2006/main">
              <a:ext uri="{FF2B5EF4-FFF2-40B4-BE49-F238E27FC236}">
                <a16:creationId xmlns:a16="http://schemas.microsoft.com/office/drawing/2014/main" id="{84A9B275-BB73-4FD7-828D-9D89D842FA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117524" y="3064825"/>
            <a:ext cx="24627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AA2400AF-D434-4414-B318-E426FC99A883}"/>
              </a:ext>
            </a:extLst>
          </p:cNvPr>
          <p:cNvSpPr>
            <a:spLocks xmlns:a="http://schemas.openxmlformats.org/drawingml/2006/main" noGrp="1"/>
          </p:cNvSpPr>
          <p:nvPr>
            <p:ph type="title" idx="2" hasCustomPrompt="1"/>
          </p:nvPr>
        </p:nvSpPr>
        <p:spPr>
          <a:xfrm xmlns:a="http://schemas.openxmlformats.org/drawingml/2006/main">
            <a:off x="836650" y="1023556"/>
            <a:ext cx="2940300" cy="136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72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19" name="Google Shape;19;p3">
            <a:extLst xmlns:a="http://schemas.openxmlformats.org/drawingml/2006/main">
              <a:ext uri="{FF2B5EF4-FFF2-40B4-BE49-F238E27FC236}">
                <a16:creationId xmlns:a16="http://schemas.microsoft.com/office/drawing/2014/main" id="{448D8418-573A-4004-A8C7-BC1C194AA5A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 flipH="1">
            <a:off x="1117524" y="3757481"/>
            <a:ext cx="2462700" cy="36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6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20" name="Google Shape;20;p3">
            <a:extLst xmlns:a="http://schemas.openxmlformats.org/drawingml/2006/main">
              <a:ext uri="{FF2B5EF4-FFF2-40B4-BE49-F238E27FC236}">
                <a16:creationId xmlns:a16="http://schemas.microsoft.com/office/drawing/2014/main" id="{7DA11B01-D606-4CBF-ADFF-6744FAEEBF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4">
            <a:extLst xmlns:a="http://schemas.openxmlformats.org/drawingml/2006/main">
              <a:ext uri="{FF2B5EF4-FFF2-40B4-BE49-F238E27FC236}">
                <a16:creationId xmlns:a16="http://schemas.microsoft.com/office/drawing/2014/main" id="{8358C4E7-C3D6-4764-89A3-181FF3FF0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67875" y="3741600"/>
            <a:ext cx="1027500" cy="10275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4">
            <a:extLst xmlns:a="http://schemas.openxmlformats.org/drawingml/2006/main">
              <a:ext uri="{FF2B5EF4-FFF2-40B4-BE49-F238E27FC236}">
                <a16:creationId xmlns:a16="http://schemas.microsoft.com/office/drawing/2014/main" id="{40360E35-4B55-4179-9EBD-6E8F9EA3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6025" y="1010350"/>
            <a:ext cx="1027500" cy="10275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4">
            <a:extLst xmlns:a="http://schemas.openxmlformats.org/drawingml/2006/main">
              <a:ext uri="{FF2B5EF4-FFF2-40B4-BE49-F238E27FC236}">
                <a16:creationId xmlns:a16="http://schemas.microsoft.com/office/drawing/2014/main" id="{DDFD39C6-D3F5-48FD-9400-E6C0A338B8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4450" y="1389600"/>
            <a:ext cx="76668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5" name="Google Shape;25;p4">
            <a:extLst xmlns:a="http://schemas.openxmlformats.org/drawingml/2006/main">
              <a:ext uri="{FF2B5EF4-FFF2-40B4-BE49-F238E27FC236}">
                <a16:creationId xmlns:a16="http://schemas.microsoft.com/office/drawing/2014/main" id="{A41C4F12-AE75-4AEB-89D3-38923C1F23A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73300" y="327500"/>
            <a:ext cx="76179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26" name="Google Shape;26;p4">
            <a:extLst xmlns:a="http://schemas.openxmlformats.org/drawingml/2006/main">
              <a:ext uri="{FF2B5EF4-FFF2-40B4-BE49-F238E27FC236}">
                <a16:creationId xmlns:a16="http://schemas.microsoft.com/office/drawing/2014/main" id="{8E13F2AB-2E2E-43B1-80EE-B94C526EFB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Google Shape;28;p5">
            <a:extLst xmlns:a="http://schemas.openxmlformats.org/drawingml/2006/main">
              <a:ext uri="{FF2B5EF4-FFF2-40B4-BE49-F238E27FC236}">
                <a16:creationId xmlns:a16="http://schemas.microsoft.com/office/drawing/2014/main" id="{02F68A23-C281-4537-BF66-F4B6134EB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548075" y="-883400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5">
            <a:extLst xmlns:a="http://schemas.openxmlformats.org/drawingml/2006/main">
              <a:ext uri="{FF2B5EF4-FFF2-40B4-BE49-F238E27FC236}">
                <a16:creationId xmlns:a16="http://schemas.microsoft.com/office/drawing/2014/main" id="{9271469B-AD28-43AB-95A6-F12F1F12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800" y="4800300"/>
            <a:ext cx="890700" cy="8907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5">
            <a:extLst xmlns:a="http://schemas.openxmlformats.org/drawingml/2006/main">
              <a:ext uri="{FF2B5EF4-FFF2-40B4-BE49-F238E27FC236}">
                <a16:creationId xmlns:a16="http://schemas.microsoft.com/office/drawing/2014/main" id="{BEB3C344-C2D3-4C15-B13D-17EE27FD031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83375" y="3517025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1" name="Google Shape;31;p5">
            <a:extLst xmlns:a="http://schemas.openxmlformats.org/drawingml/2006/main">
              <a:ext uri="{FF2B5EF4-FFF2-40B4-BE49-F238E27FC236}">
                <a16:creationId xmlns:a16="http://schemas.microsoft.com/office/drawing/2014/main" id="{B0728611-B26B-4A55-855F-035CE5EB687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83425" y="3870892"/>
            <a:ext cx="15633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2" name="Google Shape;32;p5">
            <a:extLst xmlns:a="http://schemas.openxmlformats.org/drawingml/2006/main">
              <a:ext uri="{FF2B5EF4-FFF2-40B4-BE49-F238E27FC236}">
                <a16:creationId xmlns:a16="http://schemas.microsoft.com/office/drawing/2014/main" id="{1F9FF8AA-EAA3-46C5-A174-AC561117717E}"/>
              </a:ext>
            </a:extLst>
          </p:cNvPr>
          <p:cNvSpPr>
            <a:spLocks xmlns:a="http://schemas.openxmlformats.org/drawingml/2006/main" noGrp="1"/>
          </p:cNvSpPr>
          <p:nvPr>
            <p:ph type="ctrTitle" idx="2"/>
          </p:nvPr>
        </p:nvSpPr>
        <p:spPr>
          <a:xfrm xmlns:a="http://schemas.openxmlformats.org/drawingml/2006/main">
            <a:off x="7110179" y="1723425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3" name="Google Shape;33;p5">
            <a:extLst xmlns:a="http://schemas.openxmlformats.org/drawingml/2006/main">
              <a:ext uri="{FF2B5EF4-FFF2-40B4-BE49-F238E27FC236}">
                <a16:creationId xmlns:a16="http://schemas.microsoft.com/office/drawing/2014/main" id="{976FDED7-200C-4BDB-9C5D-907AD6C95AE5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7110179" y="2083813"/>
            <a:ext cx="1563300" cy="52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4" name="Google Shape;34;p5">
            <a:extLst xmlns:a="http://schemas.openxmlformats.org/drawingml/2006/main">
              <a:ext uri="{FF2B5EF4-FFF2-40B4-BE49-F238E27FC236}">
                <a16:creationId xmlns:a16="http://schemas.microsoft.com/office/drawing/2014/main" id="{4ACE86B7-D725-4608-B0AC-DC7A099ADF89}"/>
              </a:ext>
            </a:extLst>
          </p:cNvPr>
          <p:cNvSpPr>
            <a:spLocks xmlns:a="http://schemas.openxmlformats.org/drawingml/2006/main" noGrp="1"/>
          </p:cNvSpPr>
          <p:nvPr>
            <p:ph type="ctrTitle" idx="4"/>
          </p:nvPr>
        </p:nvSpPr>
        <p:spPr>
          <a:xfrm xmlns:a="http://schemas.openxmlformats.org/drawingml/2006/main">
            <a:off x="13657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5" name="Google Shape;35;p5">
            <a:extLst xmlns:a="http://schemas.openxmlformats.org/drawingml/2006/main">
              <a:ext uri="{FF2B5EF4-FFF2-40B4-BE49-F238E27FC236}">
                <a16:creationId xmlns:a16="http://schemas.microsoft.com/office/drawing/2014/main" id="{E9CAB19F-3284-41B1-B7C2-F4A97B43E5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92F139D7-A1B8-4C0A-8130-EFC76C17C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-163145" y="4488081"/>
            <a:ext cx="760200" cy="7602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E53DE2FB-36CF-44A3-9E08-7A9B57AFD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8719105" y="192206"/>
            <a:ext cx="760200" cy="7602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827B2235-0005-46E2-AC8B-FF3AE860442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657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35128BB3-5A21-4602-A55C-9165E40DFBC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7">
            <a:extLst xmlns:a="http://schemas.openxmlformats.org/drawingml/2006/main">
              <a:ext uri="{FF2B5EF4-FFF2-40B4-BE49-F238E27FC236}">
                <a16:creationId xmlns:a16="http://schemas.microsoft.com/office/drawing/2014/main" id="{8A0005FC-EBE4-4399-99FC-C3CC10DE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5" y="4215350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7">
            <a:extLst xmlns:a="http://schemas.openxmlformats.org/drawingml/2006/main">
              <a:ext uri="{FF2B5EF4-FFF2-40B4-BE49-F238E27FC236}">
                <a16:creationId xmlns:a16="http://schemas.microsoft.com/office/drawing/2014/main" id="{C615DA67-E977-4F1B-AA27-98CEB7D6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975" y="-61125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E4977C97-6089-471B-B1A1-71A0BCEE89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416400" y="441050"/>
            <a:ext cx="31284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062A0357-C642-4C66-A98A-6BCA6C6977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416400" y="1408716"/>
            <a:ext cx="31284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400"/>
            </a:lvl1pPr>
            <a:lvl2pPr marL="914400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EC7439F0-AB9A-44C5-BA5F-B9411B73E7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Google Shape;48;p8">
            <a:extLst xmlns:a="http://schemas.openxmlformats.org/drawingml/2006/main">
              <a:ext uri="{FF2B5EF4-FFF2-40B4-BE49-F238E27FC236}">
                <a16:creationId xmlns:a16="http://schemas.microsoft.com/office/drawing/2014/main" id="{E523FFCF-65B3-4592-B143-3824E0B9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153575" y="2569425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8">
            <a:extLst xmlns:a="http://schemas.openxmlformats.org/drawingml/2006/main">
              <a:ext uri="{FF2B5EF4-FFF2-40B4-BE49-F238E27FC236}">
                <a16:creationId xmlns:a16="http://schemas.microsoft.com/office/drawing/2014/main" id="{3B8B13FC-F066-487A-A8F6-8D81B7B787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87200" y="1804650"/>
            <a:ext cx="1642200" cy="1534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3600"/>
              <a:buNone/>
              <a:defRPr sz="30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50" name="Google Shape;50;p8">
            <a:extLst xmlns:a="http://schemas.openxmlformats.org/drawingml/2006/main">
              <a:ext uri="{FF2B5EF4-FFF2-40B4-BE49-F238E27FC236}">
                <a16:creationId xmlns:a16="http://schemas.microsoft.com/office/drawing/2014/main" id="{FD4DCD7B-5C61-4025-B36D-2D3E6F87ADB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 flipH="1">
            <a:off x="5254213" y="1636129"/>
            <a:ext cx="2648100" cy="36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solidFill>
                  <a:schemeClr val="dk1"/>
                </a:solidFill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51" name="Google Shape;51;p8">
            <a:extLst xmlns:a="http://schemas.openxmlformats.org/drawingml/2006/main">
              <a:ext uri="{FF2B5EF4-FFF2-40B4-BE49-F238E27FC236}">
                <a16:creationId xmlns:a16="http://schemas.microsoft.com/office/drawing/2014/main" id="{D4FFCEDF-2D0D-4D93-81B9-42E505CF29A2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5254125" y="3782425"/>
            <a:ext cx="2648100" cy="36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solidFill>
                  <a:schemeClr val="dk1"/>
                </a:solidFill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52" name="Google Shape;52;p8">
            <a:extLst xmlns:a="http://schemas.openxmlformats.org/drawingml/2006/main">
              <a:ext uri="{FF2B5EF4-FFF2-40B4-BE49-F238E27FC236}">
                <a16:creationId xmlns:a16="http://schemas.microsoft.com/office/drawing/2014/main" id="{5487DA2F-6B56-45C9-BAD6-85DA423D472E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 flipH="1">
            <a:off x="5254128" y="1094405"/>
            <a:ext cx="2648100" cy="617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B1EE90C8-4AAE-48D0-A445-65C14A75D0F2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5254125" y="3251200"/>
            <a:ext cx="2648100" cy="66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6FF8A044-6B1B-45DD-AED2-780BC4D405A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Google Shape;56;p9">
            <a:extLst xmlns:a="http://schemas.openxmlformats.org/drawingml/2006/main">
              <a:ext uri="{FF2B5EF4-FFF2-40B4-BE49-F238E27FC236}">
                <a16:creationId xmlns:a16="http://schemas.microsoft.com/office/drawing/2014/main" id="{ECF4E976-8945-46E6-9DD0-FC2EBB1F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596100" y="3945450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9">
            <a:extLst xmlns:a="http://schemas.openxmlformats.org/drawingml/2006/main">
              <a:ext uri="{FF2B5EF4-FFF2-40B4-BE49-F238E27FC236}">
                <a16:creationId xmlns:a16="http://schemas.microsoft.com/office/drawing/2014/main" id="{8D8B1EE7-4307-4AD0-B38D-0A906EF1D1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3657" y="349561"/>
            <a:ext cx="3291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58" name="Google Shape;58;p9">
            <a:extLst xmlns:a="http://schemas.openxmlformats.org/drawingml/2006/main">
              <a:ext uri="{FF2B5EF4-FFF2-40B4-BE49-F238E27FC236}">
                <a16:creationId xmlns:a16="http://schemas.microsoft.com/office/drawing/2014/main" id="{12735D4B-7034-4888-9A0E-7BA5E52C966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6500" y="1711125"/>
            <a:ext cx="2459700" cy="21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600"/>
            </a:lvl1pPr>
            <a:lvl2pPr marL="914400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274165CC-B3A9-4D09-BAA9-497B8B5F45B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Google Shape;61;p10">
            <a:extLst xmlns:a="http://schemas.openxmlformats.org/drawingml/2006/main">
              <a:ext uri="{FF2B5EF4-FFF2-40B4-BE49-F238E27FC236}">
                <a16:creationId xmlns:a16="http://schemas.microsoft.com/office/drawing/2014/main" id="{29E9782A-A447-4CD6-8870-C26BC688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00" y="733500"/>
            <a:ext cx="6724800" cy="3676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0">
            <a:extLst xmlns:a="http://schemas.openxmlformats.org/drawingml/2006/main">
              <a:ext uri="{FF2B5EF4-FFF2-40B4-BE49-F238E27FC236}">
                <a16:creationId xmlns:a16="http://schemas.microsoft.com/office/drawing/2014/main" id="{4C5A4FFB-495B-4281-9748-62BE4290465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65750" y="10579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algn="r">
              <a:spcBef>
                <a:spcPts val="0"/>
              </a:spcBef>
              <a:spcAft>
                <a:spcPts val="0"/>
              </a:spcAft>
              <a:buSzPts val="10000"/>
              <a:buFont typeface="Ubuntu Condensed"/>
              <a:buNone/>
              <a:defRPr sz="100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0000"/>
              <a:buFont typeface="Ubuntu Condensed"/>
              <a:buNone/>
              <a:defRPr sz="100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0000"/>
              <a:buFont typeface="Ubuntu Condensed"/>
              <a:buNone/>
              <a:defRPr sz="100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0000"/>
              <a:buFont typeface="Ubuntu Condensed"/>
              <a:buNone/>
              <a:defRPr sz="100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0000"/>
              <a:buFont typeface="Ubuntu Condensed"/>
              <a:buNone/>
              <a:defRPr sz="100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0000"/>
              <a:buFont typeface="Ubuntu Condensed"/>
              <a:buNone/>
              <a:defRPr sz="100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0000"/>
              <a:buFont typeface="Ubuntu Condensed"/>
              <a:buNone/>
              <a:defRPr sz="100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0000"/>
              <a:buFont typeface="Ubuntu Condensed"/>
              <a:buNone/>
              <a:defRPr sz="100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63" name="Google Shape;63;p10">
            <a:extLst xmlns:a="http://schemas.openxmlformats.org/drawingml/2006/main">
              <a:ext uri="{FF2B5EF4-FFF2-40B4-BE49-F238E27FC236}">
                <a16:creationId xmlns:a16="http://schemas.microsoft.com/office/drawing/2014/main" id="{CFE4A2E4-403C-414C-A3A6-E9B30B19F1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 flipH="1">
            <a:off x="1310700" y="3456500"/>
            <a:ext cx="6522600" cy="66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64" name="Google Shape;64;p10">
            <a:extLst xmlns:a="http://schemas.openxmlformats.org/drawingml/2006/main">
              <a:ext uri="{FF2B5EF4-FFF2-40B4-BE49-F238E27FC236}">
                <a16:creationId xmlns:a16="http://schemas.microsoft.com/office/drawing/2014/main" id="{506E2B06-9F9D-4CC6-AFFF-86AFB786A3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Google Shape;66;p11">
            <a:extLst xmlns:a="http://schemas.openxmlformats.org/drawingml/2006/main">
              <a:ext uri="{FF2B5EF4-FFF2-40B4-BE49-F238E27FC236}">
                <a16:creationId xmlns:a16="http://schemas.microsoft.com/office/drawing/2014/main" id="{D3B185E3-3DFE-4E3D-8408-CE34C094A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435650"/>
            <a:ext cx="4753200" cy="47532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1">
            <a:extLst xmlns:a="http://schemas.openxmlformats.org/drawingml/2006/main">
              <a:ext uri="{FF2B5EF4-FFF2-40B4-BE49-F238E27FC236}">
                <a16:creationId xmlns:a16="http://schemas.microsoft.com/office/drawing/2014/main" id="{22918706-0426-4D68-AA50-7845D5613E2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608775" y="1817125"/>
            <a:ext cx="7926600" cy="13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8000"/>
            </a:lvl1pPr>
            <a:lvl2pPr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2pPr>
            <a:lvl3pPr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3pPr>
            <a:lvl4pPr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4pPr>
            <a:lvl5pPr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5pPr>
            <a:lvl6pPr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6pPr>
            <a:lvl7pPr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7pPr>
            <a:lvl8pPr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8pPr>
            <a:lvl9pPr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68" name="Google Shape;68;p11">
            <a:extLst xmlns:a="http://schemas.openxmlformats.org/drawingml/2006/main">
              <a:ext uri="{FF2B5EF4-FFF2-40B4-BE49-F238E27FC236}">
                <a16:creationId xmlns:a16="http://schemas.microsoft.com/office/drawing/2014/main" id="{CEB02A69-2191-4EA0-A292-235C501B73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 flipH="1">
            <a:off x="608775" y="3130400"/>
            <a:ext cx="7926600" cy="617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69" name="Google Shape;69;p11">
            <a:extLst xmlns:a="http://schemas.openxmlformats.org/drawingml/2006/main">
              <a:ext uri="{FF2B5EF4-FFF2-40B4-BE49-F238E27FC236}">
                <a16:creationId xmlns:a16="http://schemas.microsoft.com/office/drawing/2014/main" id="{848FF217-35C9-4537-8962-7396C27D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300" y="0"/>
            <a:ext cx="2633700" cy="26337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1">
            <a:extLst xmlns:a="http://schemas.openxmlformats.org/drawingml/2006/main">
              <a:ext uri="{FF2B5EF4-FFF2-40B4-BE49-F238E27FC236}">
                <a16:creationId xmlns:a16="http://schemas.microsoft.com/office/drawing/2014/main" id="{40D8F7BF-24E8-4B5A-8A90-6018653C7B3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bg>
      <p:bgPr>
        <a:noFill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12">
            <a:extLst xmlns:a="http://schemas.openxmlformats.org/drawingml/2006/main">
              <a:ext uri="{FF2B5EF4-FFF2-40B4-BE49-F238E27FC236}">
                <a16:creationId xmlns:a16="http://schemas.microsoft.com/office/drawing/2014/main" id="{0A7576A2-1015-438B-8A25-B256AF8A817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Table of Contents 1">
  <p:cSld name="CUSTOM_1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Google Shape;74;p13">
            <a:extLst xmlns:a="http://schemas.openxmlformats.org/drawingml/2006/main">
              <a:ext uri="{FF2B5EF4-FFF2-40B4-BE49-F238E27FC236}">
                <a16:creationId xmlns:a16="http://schemas.microsoft.com/office/drawing/2014/main" id="{FAA63B8A-B39F-4C34-9DDA-2F1E9EFFB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690975" y="4133625"/>
            <a:ext cx="810000" cy="8100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13">
            <a:extLst xmlns:a="http://schemas.openxmlformats.org/drawingml/2006/main">
              <a:ext uri="{FF2B5EF4-FFF2-40B4-BE49-F238E27FC236}">
                <a16:creationId xmlns:a16="http://schemas.microsoft.com/office/drawing/2014/main" id="{3C4048ED-5524-4624-BCC2-2A5098E9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-388825" y="346550"/>
            <a:ext cx="810000" cy="8100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3">
            <a:extLst xmlns:a="http://schemas.openxmlformats.org/drawingml/2006/main">
              <a:ext uri="{FF2B5EF4-FFF2-40B4-BE49-F238E27FC236}">
                <a16:creationId xmlns:a16="http://schemas.microsoft.com/office/drawing/2014/main" id="{3647501E-0D44-41D8-9D2C-978FB6F6855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 flipH="1">
            <a:off x="2735660" y="2962504"/>
            <a:ext cx="16305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77" name="Google Shape;77;p13">
            <a:extLst xmlns:a="http://schemas.openxmlformats.org/drawingml/2006/main">
              <a:ext uri="{FF2B5EF4-FFF2-40B4-BE49-F238E27FC236}">
                <a16:creationId xmlns:a16="http://schemas.microsoft.com/office/drawing/2014/main" id="{63CE2639-0A4D-402A-BFE7-A6CC17C0299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 flipH="1">
            <a:off x="2597644" y="3606910"/>
            <a:ext cx="1906500" cy="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8" name="Google Shape;78;p13">
            <a:extLst xmlns:a="http://schemas.openxmlformats.org/drawingml/2006/main">
              <a:ext uri="{FF2B5EF4-FFF2-40B4-BE49-F238E27FC236}">
                <a16:creationId xmlns:a16="http://schemas.microsoft.com/office/drawing/2014/main" id="{97AA31C9-D157-4682-83E1-741E366C41D4}"/>
              </a:ext>
            </a:extLst>
          </p:cNvPr>
          <p:cNvSpPr>
            <a:spLocks xmlns:a="http://schemas.openxmlformats.org/drawingml/2006/main" noGrp="1"/>
          </p:cNvSpPr>
          <p:nvPr>
            <p:ph type="title" idx="2" hasCustomPrompt="1"/>
          </p:nvPr>
        </p:nvSpPr>
        <p:spPr>
          <a:xfrm xmlns:a="http://schemas.openxmlformats.org/drawingml/2006/main" flipH="1">
            <a:off x="2703904" y="1675889"/>
            <a:ext cx="17538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79" name="Google Shape;79;p13">
            <a:extLst xmlns:a="http://schemas.openxmlformats.org/drawingml/2006/main">
              <a:ext uri="{FF2B5EF4-FFF2-40B4-BE49-F238E27FC236}">
                <a16:creationId xmlns:a16="http://schemas.microsoft.com/office/drawing/2014/main" id="{D20D9F7B-7513-4AED-B325-A408E206EBF5}"/>
              </a:ext>
            </a:extLst>
          </p:cNvPr>
          <p:cNvSpPr>
            <a:spLocks xmlns:a="http://schemas.openxmlformats.org/drawingml/2006/main" noGrp="1"/>
          </p:cNvSpPr>
          <p:nvPr>
            <p:ph type="ctrTitle" idx="3"/>
          </p:nvPr>
        </p:nvSpPr>
        <p:spPr>
          <a:xfrm xmlns:a="http://schemas.openxmlformats.org/drawingml/2006/main" flipH="1">
            <a:off x="6515993" y="2962504"/>
            <a:ext cx="20427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80" name="Google Shape;80;p13">
            <a:extLst xmlns:a="http://schemas.openxmlformats.org/drawingml/2006/main">
              <a:ext uri="{FF2B5EF4-FFF2-40B4-BE49-F238E27FC236}">
                <a16:creationId xmlns:a16="http://schemas.microsoft.com/office/drawing/2014/main" id="{C215B226-559F-401C-950C-87D272F74B67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 flipH="1">
            <a:off x="6584071" y="3606910"/>
            <a:ext cx="1906500" cy="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1" name="Google Shape;81;p13">
            <a:extLst xmlns:a="http://schemas.openxmlformats.org/drawingml/2006/main">
              <a:ext uri="{FF2B5EF4-FFF2-40B4-BE49-F238E27FC236}">
                <a16:creationId xmlns:a16="http://schemas.microsoft.com/office/drawing/2014/main" id="{BD19CDDE-266B-442B-8C05-421CF1F2D57E}"/>
              </a:ext>
            </a:extLst>
          </p:cNvPr>
          <p:cNvSpPr>
            <a:spLocks xmlns:a="http://schemas.openxmlformats.org/drawingml/2006/main" noGrp="1"/>
          </p:cNvSpPr>
          <p:nvPr>
            <p:ph type="title" idx="5" hasCustomPrompt="1"/>
          </p:nvPr>
        </p:nvSpPr>
        <p:spPr>
          <a:xfrm xmlns:a="http://schemas.openxmlformats.org/drawingml/2006/main" flipH="1">
            <a:off x="6690326" y="1675889"/>
            <a:ext cx="17538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82" name="Google Shape;82;p13">
            <a:extLst xmlns:a="http://schemas.openxmlformats.org/drawingml/2006/main">
              <a:ext uri="{FF2B5EF4-FFF2-40B4-BE49-F238E27FC236}">
                <a16:creationId xmlns:a16="http://schemas.microsoft.com/office/drawing/2014/main" id="{21279D8C-F658-456C-ACC7-B594A08352D1}"/>
              </a:ext>
            </a:extLst>
          </p:cNvPr>
          <p:cNvSpPr>
            <a:spLocks xmlns:a="http://schemas.openxmlformats.org/drawingml/2006/main" noGrp="1"/>
          </p:cNvSpPr>
          <p:nvPr>
            <p:ph type="ctrTitle" idx="6"/>
          </p:nvPr>
        </p:nvSpPr>
        <p:spPr>
          <a:xfrm xmlns:a="http://schemas.openxmlformats.org/drawingml/2006/main" flipH="1">
            <a:off x="787428" y="2962504"/>
            <a:ext cx="15357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83" name="Google Shape;83;p13">
            <a:extLst xmlns:a="http://schemas.openxmlformats.org/drawingml/2006/main">
              <a:ext uri="{FF2B5EF4-FFF2-40B4-BE49-F238E27FC236}">
                <a16:creationId xmlns:a16="http://schemas.microsoft.com/office/drawing/2014/main" id="{9AF778D9-EF56-4CA2-A429-3535BC0DA921}"/>
              </a:ext>
            </a:extLst>
          </p:cNvPr>
          <p:cNvSpPr>
            <a:spLocks xmlns:a="http://schemas.openxmlformats.org/drawingml/2006/main" noGrp="1"/>
          </p:cNvSpPr>
          <p:nvPr>
            <p:ph type="subTitle" idx="7"/>
          </p:nvPr>
        </p:nvSpPr>
        <p:spPr>
          <a:xfrm xmlns:a="http://schemas.openxmlformats.org/drawingml/2006/main" flipH="1">
            <a:off x="601998" y="3606910"/>
            <a:ext cx="1906500" cy="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4" name="Google Shape;84;p13">
            <a:extLst xmlns:a="http://schemas.openxmlformats.org/drawingml/2006/main">
              <a:ext uri="{FF2B5EF4-FFF2-40B4-BE49-F238E27FC236}">
                <a16:creationId xmlns:a16="http://schemas.microsoft.com/office/drawing/2014/main" id="{AF6C35F0-20D7-4698-9436-C2EAD2BB4A4B}"/>
              </a:ext>
            </a:extLst>
          </p:cNvPr>
          <p:cNvSpPr>
            <a:spLocks xmlns:a="http://schemas.openxmlformats.org/drawingml/2006/main" noGrp="1"/>
          </p:cNvSpPr>
          <p:nvPr>
            <p:ph type="title" idx="8" hasCustomPrompt="1"/>
          </p:nvPr>
        </p:nvSpPr>
        <p:spPr>
          <a:xfrm xmlns:a="http://schemas.openxmlformats.org/drawingml/2006/main" flipH="1">
            <a:off x="708262" y="1675889"/>
            <a:ext cx="17538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85" name="Google Shape;85;p13">
            <a:extLst xmlns:a="http://schemas.openxmlformats.org/drawingml/2006/main">
              <a:ext uri="{FF2B5EF4-FFF2-40B4-BE49-F238E27FC236}">
                <a16:creationId xmlns:a16="http://schemas.microsoft.com/office/drawing/2014/main" id="{933C4C27-3E10-45FD-807A-EE805BAD1FF8}"/>
              </a:ext>
            </a:extLst>
          </p:cNvPr>
          <p:cNvSpPr>
            <a:spLocks xmlns:a="http://schemas.openxmlformats.org/drawingml/2006/main" noGrp="1"/>
          </p:cNvSpPr>
          <p:nvPr>
            <p:ph type="ctrTitle" idx="9"/>
          </p:nvPr>
        </p:nvSpPr>
        <p:spPr>
          <a:xfrm xmlns:a="http://schemas.openxmlformats.org/drawingml/2006/main" flipH="1">
            <a:off x="4730387" y="2962504"/>
            <a:ext cx="16305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86" name="Google Shape;86;p13">
            <a:extLst xmlns:a="http://schemas.openxmlformats.org/drawingml/2006/main">
              <a:ext uri="{FF2B5EF4-FFF2-40B4-BE49-F238E27FC236}">
                <a16:creationId xmlns:a16="http://schemas.microsoft.com/office/drawing/2014/main" id="{C416CF7B-7558-4F5A-903C-A17D54073BCE}"/>
              </a:ext>
            </a:extLst>
          </p:cNvPr>
          <p:cNvSpPr>
            <a:spLocks xmlns:a="http://schemas.openxmlformats.org/drawingml/2006/main" noGrp="1"/>
          </p:cNvSpPr>
          <p:nvPr>
            <p:ph type="subTitle" idx="13"/>
          </p:nvPr>
        </p:nvSpPr>
        <p:spPr>
          <a:xfrm xmlns:a="http://schemas.openxmlformats.org/drawingml/2006/main" flipH="1">
            <a:off x="4592385" y="3606910"/>
            <a:ext cx="1906500" cy="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7" name="Google Shape;87;p13">
            <a:extLst xmlns:a="http://schemas.openxmlformats.org/drawingml/2006/main">
              <a:ext uri="{FF2B5EF4-FFF2-40B4-BE49-F238E27FC236}">
                <a16:creationId xmlns:a16="http://schemas.microsoft.com/office/drawing/2014/main" id="{F8EC1F15-D341-40BA-AC5A-757EC2E21FC4}"/>
              </a:ext>
            </a:extLst>
          </p:cNvPr>
          <p:cNvSpPr>
            <a:spLocks xmlns:a="http://schemas.openxmlformats.org/drawingml/2006/main" noGrp="1"/>
          </p:cNvSpPr>
          <p:nvPr>
            <p:ph type="title" idx="14" hasCustomPrompt="1"/>
          </p:nvPr>
        </p:nvSpPr>
        <p:spPr>
          <a:xfrm xmlns:a="http://schemas.openxmlformats.org/drawingml/2006/main" flipH="1">
            <a:off x="4698643" y="1675889"/>
            <a:ext cx="17538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88" name="Google Shape;88;p13">
            <a:extLst xmlns:a="http://schemas.openxmlformats.org/drawingml/2006/main">
              <a:ext uri="{FF2B5EF4-FFF2-40B4-BE49-F238E27FC236}">
                <a16:creationId xmlns:a16="http://schemas.microsoft.com/office/drawing/2014/main" id="{6D6E5A5B-842C-48C7-AD75-3CA037EB4B45}"/>
              </a:ext>
            </a:extLst>
          </p:cNvPr>
          <p:cNvSpPr>
            <a:spLocks xmlns:a="http://schemas.openxmlformats.org/drawingml/2006/main" noGrp="1"/>
          </p:cNvSpPr>
          <p:nvPr>
            <p:ph type="ctrTitle" idx="15"/>
          </p:nvPr>
        </p:nvSpPr>
        <p:spPr>
          <a:xfrm xmlns:a="http://schemas.openxmlformats.org/drawingml/2006/main">
            <a:off x="1555275" y="327500"/>
            <a:ext cx="62229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89" name="Google Shape;89;p13">
            <a:extLst xmlns:a="http://schemas.openxmlformats.org/drawingml/2006/main">
              <a:ext uri="{FF2B5EF4-FFF2-40B4-BE49-F238E27FC236}">
                <a16:creationId xmlns:a16="http://schemas.microsoft.com/office/drawing/2014/main" id="{8E979DAC-4CDD-48F1-B4D5-570461F016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3.xml><?xml version="1.0" encoding="utf-8"?>
<p:sldLayout xmlns:p="http://schemas.openxmlformats.org/presentationml/2006/main" matchingName="Table of Contents 2">
  <p:cSld name="CUSTOM_28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14">
            <a:extLst xmlns:a="http://schemas.openxmlformats.org/drawingml/2006/main">
              <a:ext uri="{FF2B5EF4-FFF2-40B4-BE49-F238E27FC236}">
                <a16:creationId xmlns:a16="http://schemas.microsoft.com/office/drawing/2014/main" id="{9D3B3EDD-E01B-4BBF-828A-DA0CC625237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 flipH="1">
            <a:off x="3789830" y="1231419"/>
            <a:ext cx="17538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0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92" name="Google Shape;92;p14">
            <a:extLst xmlns:a="http://schemas.openxmlformats.org/drawingml/2006/main">
              <a:ext uri="{FF2B5EF4-FFF2-40B4-BE49-F238E27FC236}">
                <a16:creationId xmlns:a16="http://schemas.microsoft.com/office/drawing/2014/main" id="{4E9F252A-3D93-4E2E-9F93-2E9E99E32928}"/>
              </a:ext>
            </a:extLst>
          </p:cNvPr>
          <p:cNvSpPr>
            <a:spLocks xmlns:a="http://schemas.openxmlformats.org/drawingml/2006/main" noGrp="1"/>
          </p:cNvSpPr>
          <p:nvPr>
            <p:ph type="title" idx="2" hasCustomPrompt="1"/>
          </p:nvPr>
        </p:nvSpPr>
        <p:spPr>
          <a:xfrm xmlns:a="http://schemas.openxmlformats.org/drawingml/2006/main" flipH="1">
            <a:off x="1088750" y="1278876"/>
            <a:ext cx="17538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0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93" name="Google Shape;93;p14">
            <a:extLst xmlns:a="http://schemas.openxmlformats.org/drawingml/2006/main">
              <a:ext uri="{FF2B5EF4-FFF2-40B4-BE49-F238E27FC236}">
                <a16:creationId xmlns:a16="http://schemas.microsoft.com/office/drawing/2014/main" id="{9F22DD2D-3466-4738-97D8-F39EF51610D0}"/>
              </a:ext>
            </a:extLst>
          </p:cNvPr>
          <p:cNvSpPr>
            <a:spLocks xmlns:a="http://schemas.openxmlformats.org/drawingml/2006/main" noGrp="1"/>
          </p:cNvSpPr>
          <p:nvPr>
            <p:ph type="title" idx="3" hasCustomPrompt="1"/>
          </p:nvPr>
        </p:nvSpPr>
        <p:spPr>
          <a:xfrm xmlns:a="http://schemas.openxmlformats.org/drawingml/2006/main" flipH="1">
            <a:off x="6348425" y="1242835"/>
            <a:ext cx="17538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0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94" name="Google Shape;94;p14">
            <a:extLst xmlns:a="http://schemas.openxmlformats.org/drawingml/2006/main">
              <a:ext uri="{FF2B5EF4-FFF2-40B4-BE49-F238E27FC236}">
                <a16:creationId xmlns:a16="http://schemas.microsoft.com/office/drawing/2014/main" id="{C2203BA5-7F51-4540-8D58-43FB6E474FAD}"/>
              </a:ext>
            </a:extLst>
          </p:cNvPr>
          <p:cNvSpPr>
            <a:spLocks xmlns:a="http://schemas.openxmlformats.org/drawingml/2006/main" noGrp="1"/>
          </p:cNvSpPr>
          <p:nvPr>
            <p:ph type="ctrTitle" idx="4"/>
          </p:nvPr>
        </p:nvSpPr>
        <p:spPr>
          <a:xfrm xmlns:a="http://schemas.openxmlformats.org/drawingml/2006/main">
            <a:off x="1555275" y="327500"/>
            <a:ext cx="62229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95" name="Google Shape;95;p14">
            <a:extLst xmlns:a="http://schemas.openxmlformats.org/drawingml/2006/main">
              <a:ext uri="{FF2B5EF4-FFF2-40B4-BE49-F238E27FC236}">
                <a16:creationId xmlns:a16="http://schemas.microsoft.com/office/drawing/2014/main" id="{1A368838-6DA8-420C-B123-2AA90DB77EB4}"/>
              </a:ext>
            </a:extLst>
          </p:cNvPr>
          <p:cNvSpPr>
            <a:spLocks xmlns:a="http://schemas.openxmlformats.org/drawingml/2006/main" noGrp="1"/>
          </p:cNvSpPr>
          <p:nvPr>
            <p:ph type="ctrTitle" idx="5"/>
          </p:nvPr>
        </p:nvSpPr>
        <p:spPr>
          <a:xfrm xmlns:a="http://schemas.openxmlformats.org/drawingml/2006/main" flipH="1">
            <a:off x="6203975" y="1896850"/>
            <a:ext cx="20427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96" name="Google Shape;96;p14">
            <a:extLst xmlns:a="http://schemas.openxmlformats.org/drawingml/2006/main">
              <a:ext uri="{FF2B5EF4-FFF2-40B4-BE49-F238E27FC236}">
                <a16:creationId xmlns:a16="http://schemas.microsoft.com/office/drawing/2014/main" id="{EDEB8A10-3E11-4E98-A314-BC1626DDC79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 flipH="1">
            <a:off x="6147425" y="2256084"/>
            <a:ext cx="2155800" cy="51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97" name="Google Shape;97;p14">
            <a:extLst xmlns:a="http://schemas.openxmlformats.org/drawingml/2006/main">
              <a:ext uri="{FF2B5EF4-FFF2-40B4-BE49-F238E27FC236}">
                <a16:creationId xmlns:a16="http://schemas.microsoft.com/office/drawing/2014/main" id="{E37243EE-F2E0-4B75-B191-41F6CAA8C837}"/>
              </a:ext>
            </a:extLst>
          </p:cNvPr>
          <p:cNvSpPr>
            <a:spLocks xmlns:a="http://schemas.openxmlformats.org/drawingml/2006/main" noGrp="1"/>
          </p:cNvSpPr>
          <p:nvPr>
            <p:ph type="ctrTitle" idx="6"/>
          </p:nvPr>
        </p:nvSpPr>
        <p:spPr>
          <a:xfrm xmlns:a="http://schemas.openxmlformats.org/drawingml/2006/main" flipH="1">
            <a:off x="3645375" y="1885434"/>
            <a:ext cx="20427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98" name="Google Shape;98;p14">
            <a:extLst xmlns:a="http://schemas.openxmlformats.org/drawingml/2006/main">
              <a:ext uri="{FF2B5EF4-FFF2-40B4-BE49-F238E27FC236}">
                <a16:creationId xmlns:a16="http://schemas.microsoft.com/office/drawing/2014/main" id="{69995736-748F-4A87-8BEE-D820049B3F3B}"/>
              </a:ext>
            </a:extLst>
          </p:cNvPr>
          <p:cNvSpPr>
            <a:spLocks xmlns:a="http://schemas.openxmlformats.org/drawingml/2006/main" noGrp="1"/>
          </p:cNvSpPr>
          <p:nvPr>
            <p:ph type="subTitle" idx="7"/>
          </p:nvPr>
        </p:nvSpPr>
        <p:spPr>
          <a:xfrm xmlns:a="http://schemas.openxmlformats.org/drawingml/2006/main" flipH="1">
            <a:off x="3588825" y="2254799"/>
            <a:ext cx="2155800" cy="51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99" name="Google Shape;99;p14">
            <a:extLst xmlns:a="http://schemas.openxmlformats.org/drawingml/2006/main">
              <a:ext uri="{FF2B5EF4-FFF2-40B4-BE49-F238E27FC236}">
                <a16:creationId xmlns:a16="http://schemas.microsoft.com/office/drawing/2014/main" id="{63CB6CFE-4E7C-437B-B79F-212BFD138029}"/>
              </a:ext>
            </a:extLst>
          </p:cNvPr>
          <p:cNvSpPr>
            <a:spLocks xmlns:a="http://schemas.openxmlformats.org/drawingml/2006/main" noGrp="1"/>
          </p:cNvSpPr>
          <p:nvPr>
            <p:ph type="ctrTitle" idx="8"/>
          </p:nvPr>
        </p:nvSpPr>
        <p:spPr>
          <a:xfrm xmlns:a="http://schemas.openxmlformats.org/drawingml/2006/main" flipH="1">
            <a:off x="1029041" y="1882204"/>
            <a:ext cx="20427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100" name="Google Shape;100;p14">
            <a:extLst xmlns:a="http://schemas.openxmlformats.org/drawingml/2006/main">
              <a:ext uri="{FF2B5EF4-FFF2-40B4-BE49-F238E27FC236}">
                <a16:creationId xmlns:a16="http://schemas.microsoft.com/office/drawing/2014/main" id="{F473BC36-18B6-4C3A-9B5F-BD789BF95878}"/>
              </a:ext>
            </a:extLst>
          </p:cNvPr>
          <p:cNvSpPr>
            <a:spLocks xmlns:a="http://schemas.openxmlformats.org/drawingml/2006/main" noGrp="1"/>
          </p:cNvSpPr>
          <p:nvPr>
            <p:ph type="subTitle" idx="9"/>
          </p:nvPr>
        </p:nvSpPr>
        <p:spPr>
          <a:xfrm xmlns:a="http://schemas.openxmlformats.org/drawingml/2006/main" flipH="1">
            <a:off x="972491" y="2251575"/>
            <a:ext cx="2155800" cy="51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01" name="Google Shape;101;p14">
            <a:extLst xmlns:a="http://schemas.openxmlformats.org/drawingml/2006/main">
              <a:ext uri="{FF2B5EF4-FFF2-40B4-BE49-F238E27FC236}">
                <a16:creationId xmlns:a16="http://schemas.microsoft.com/office/drawing/2014/main" id="{76A00047-2D59-44F2-BC5D-F5DB8EA5C808}"/>
              </a:ext>
            </a:extLst>
          </p:cNvPr>
          <p:cNvSpPr>
            <a:spLocks xmlns:a="http://schemas.openxmlformats.org/drawingml/2006/main" noGrp="1"/>
          </p:cNvSpPr>
          <p:nvPr>
            <p:ph type="title" idx="13" hasCustomPrompt="1"/>
          </p:nvPr>
        </p:nvSpPr>
        <p:spPr>
          <a:xfrm xmlns:a="http://schemas.openxmlformats.org/drawingml/2006/main" flipH="1">
            <a:off x="3771416" y="3233964"/>
            <a:ext cx="17538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0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102" name="Google Shape;102;p14">
            <a:extLst xmlns:a="http://schemas.openxmlformats.org/drawingml/2006/main">
              <a:ext uri="{FF2B5EF4-FFF2-40B4-BE49-F238E27FC236}">
                <a16:creationId xmlns:a16="http://schemas.microsoft.com/office/drawing/2014/main" id="{9CEF42E0-5D1E-445C-A43D-7B563556D2B1}"/>
              </a:ext>
            </a:extLst>
          </p:cNvPr>
          <p:cNvSpPr>
            <a:spLocks xmlns:a="http://schemas.openxmlformats.org/drawingml/2006/main" noGrp="1"/>
          </p:cNvSpPr>
          <p:nvPr>
            <p:ph type="title" idx="14" hasCustomPrompt="1"/>
          </p:nvPr>
        </p:nvSpPr>
        <p:spPr>
          <a:xfrm xmlns:a="http://schemas.openxmlformats.org/drawingml/2006/main" flipH="1">
            <a:off x="1180737" y="3219814"/>
            <a:ext cx="17538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0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103" name="Google Shape;103;p14">
            <a:extLst xmlns:a="http://schemas.openxmlformats.org/drawingml/2006/main">
              <a:ext uri="{FF2B5EF4-FFF2-40B4-BE49-F238E27FC236}">
                <a16:creationId xmlns:a16="http://schemas.microsoft.com/office/drawing/2014/main" id="{331DE292-278B-406F-B0CB-4B0D9B0E877C}"/>
              </a:ext>
            </a:extLst>
          </p:cNvPr>
          <p:cNvSpPr>
            <a:spLocks xmlns:a="http://schemas.openxmlformats.org/drawingml/2006/main" noGrp="1"/>
          </p:cNvSpPr>
          <p:nvPr>
            <p:ph type="title" idx="15" hasCustomPrompt="1"/>
          </p:nvPr>
        </p:nvSpPr>
        <p:spPr>
          <a:xfrm xmlns:a="http://schemas.openxmlformats.org/drawingml/2006/main" flipH="1">
            <a:off x="6348428" y="3233964"/>
            <a:ext cx="17538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0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104" name="Google Shape;104;p14">
            <a:extLst xmlns:a="http://schemas.openxmlformats.org/drawingml/2006/main">
              <a:ext uri="{FF2B5EF4-FFF2-40B4-BE49-F238E27FC236}">
                <a16:creationId xmlns:a16="http://schemas.microsoft.com/office/drawing/2014/main" id="{5AE0827F-91F9-4415-A41B-C7D96C5EA761}"/>
              </a:ext>
            </a:extLst>
          </p:cNvPr>
          <p:cNvSpPr>
            <a:spLocks xmlns:a="http://schemas.openxmlformats.org/drawingml/2006/main" noGrp="1"/>
          </p:cNvSpPr>
          <p:nvPr>
            <p:ph type="ctrTitle" idx="16"/>
          </p:nvPr>
        </p:nvSpPr>
        <p:spPr>
          <a:xfrm xmlns:a="http://schemas.openxmlformats.org/drawingml/2006/main" flipH="1">
            <a:off x="6203978" y="3887979"/>
            <a:ext cx="20427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105" name="Google Shape;105;p14">
            <a:extLst xmlns:a="http://schemas.openxmlformats.org/drawingml/2006/main">
              <a:ext uri="{FF2B5EF4-FFF2-40B4-BE49-F238E27FC236}">
                <a16:creationId xmlns:a16="http://schemas.microsoft.com/office/drawing/2014/main" id="{5B82E598-7C16-47D0-8FC5-923075802BA9}"/>
              </a:ext>
            </a:extLst>
          </p:cNvPr>
          <p:cNvSpPr>
            <a:spLocks xmlns:a="http://schemas.openxmlformats.org/drawingml/2006/main" noGrp="1"/>
          </p:cNvSpPr>
          <p:nvPr>
            <p:ph type="subTitle" idx="17"/>
          </p:nvPr>
        </p:nvSpPr>
        <p:spPr>
          <a:xfrm xmlns:a="http://schemas.openxmlformats.org/drawingml/2006/main" flipH="1">
            <a:off x="6190028" y="4240128"/>
            <a:ext cx="2070600" cy="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06" name="Google Shape;106;p14">
            <a:extLst xmlns:a="http://schemas.openxmlformats.org/drawingml/2006/main">
              <a:ext uri="{FF2B5EF4-FFF2-40B4-BE49-F238E27FC236}">
                <a16:creationId xmlns:a16="http://schemas.microsoft.com/office/drawing/2014/main" id="{15915739-A93B-4EA9-ACF0-6FBBF376CAF4}"/>
              </a:ext>
            </a:extLst>
          </p:cNvPr>
          <p:cNvSpPr>
            <a:spLocks xmlns:a="http://schemas.openxmlformats.org/drawingml/2006/main" noGrp="1"/>
          </p:cNvSpPr>
          <p:nvPr>
            <p:ph type="ctrTitle" idx="18"/>
          </p:nvPr>
        </p:nvSpPr>
        <p:spPr>
          <a:xfrm xmlns:a="http://schemas.openxmlformats.org/drawingml/2006/main" flipH="1">
            <a:off x="3626966" y="3887979"/>
            <a:ext cx="20427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107" name="Google Shape;107;p14">
            <a:extLst xmlns:a="http://schemas.openxmlformats.org/drawingml/2006/main">
              <a:ext uri="{FF2B5EF4-FFF2-40B4-BE49-F238E27FC236}">
                <a16:creationId xmlns:a16="http://schemas.microsoft.com/office/drawing/2014/main" id="{72E9F8E6-4805-4DF1-8951-1500D2A4FCA7}"/>
              </a:ext>
            </a:extLst>
          </p:cNvPr>
          <p:cNvSpPr>
            <a:spLocks xmlns:a="http://schemas.openxmlformats.org/drawingml/2006/main" noGrp="1"/>
          </p:cNvSpPr>
          <p:nvPr>
            <p:ph type="subTitle" idx="19"/>
          </p:nvPr>
        </p:nvSpPr>
        <p:spPr>
          <a:xfrm xmlns:a="http://schemas.openxmlformats.org/drawingml/2006/main" flipH="1">
            <a:off x="3613016" y="4240128"/>
            <a:ext cx="2070600" cy="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08" name="Google Shape;108;p14">
            <a:extLst xmlns:a="http://schemas.openxmlformats.org/drawingml/2006/main">
              <a:ext uri="{FF2B5EF4-FFF2-40B4-BE49-F238E27FC236}">
                <a16:creationId xmlns:a16="http://schemas.microsoft.com/office/drawing/2014/main" id="{22A4D0AB-AFBC-4AAE-A55D-1D927F7EDBAA}"/>
              </a:ext>
            </a:extLst>
          </p:cNvPr>
          <p:cNvSpPr>
            <a:spLocks xmlns:a="http://schemas.openxmlformats.org/drawingml/2006/main" noGrp="1"/>
          </p:cNvSpPr>
          <p:nvPr>
            <p:ph type="ctrTitle" idx="20"/>
          </p:nvPr>
        </p:nvSpPr>
        <p:spPr>
          <a:xfrm xmlns:a="http://schemas.openxmlformats.org/drawingml/2006/main" flipH="1">
            <a:off x="860487" y="3894100"/>
            <a:ext cx="23943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109" name="Google Shape;109;p14">
            <a:extLst xmlns:a="http://schemas.openxmlformats.org/drawingml/2006/main">
              <a:ext uri="{FF2B5EF4-FFF2-40B4-BE49-F238E27FC236}">
                <a16:creationId xmlns:a16="http://schemas.microsoft.com/office/drawing/2014/main" id="{DD4FB603-4457-42D8-8793-5C5CCF9C56AC}"/>
              </a:ext>
            </a:extLst>
          </p:cNvPr>
          <p:cNvSpPr>
            <a:spLocks xmlns:a="http://schemas.openxmlformats.org/drawingml/2006/main" noGrp="1"/>
          </p:cNvSpPr>
          <p:nvPr>
            <p:ph type="subTitle" idx="21"/>
          </p:nvPr>
        </p:nvSpPr>
        <p:spPr>
          <a:xfrm xmlns:a="http://schemas.openxmlformats.org/drawingml/2006/main" flipH="1">
            <a:off x="1022337" y="4241353"/>
            <a:ext cx="2070600" cy="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10" name="Google Shape;110;p14">
            <a:extLst xmlns:a="http://schemas.openxmlformats.org/drawingml/2006/main">
              <a:ext uri="{FF2B5EF4-FFF2-40B4-BE49-F238E27FC236}">
                <a16:creationId xmlns:a16="http://schemas.microsoft.com/office/drawing/2014/main" id="{09E19763-A97C-47F8-8535-0EBE8A66D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67875" y="3741600"/>
            <a:ext cx="1027500" cy="10275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4">
            <a:extLst xmlns:a="http://schemas.openxmlformats.org/drawingml/2006/main">
              <a:ext uri="{FF2B5EF4-FFF2-40B4-BE49-F238E27FC236}">
                <a16:creationId xmlns:a16="http://schemas.microsoft.com/office/drawing/2014/main" id="{DCEE6262-0510-493C-87DF-BF56E5F4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9950" y="998400"/>
            <a:ext cx="1027500" cy="10275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14">
            <a:extLst xmlns:a="http://schemas.openxmlformats.org/drawingml/2006/main">
              <a:ext uri="{FF2B5EF4-FFF2-40B4-BE49-F238E27FC236}">
                <a16:creationId xmlns:a16="http://schemas.microsoft.com/office/drawing/2014/main" id="{FA476D64-08D6-4B30-B7CE-682150D83C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Table of Contents 3">
  <p:cSld name="CUSTOM_50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" name="Google Shape;114;p15">
            <a:extLst xmlns:a="http://schemas.openxmlformats.org/drawingml/2006/main">
              <a:ext uri="{FF2B5EF4-FFF2-40B4-BE49-F238E27FC236}">
                <a16:creationId xmlns:a16="http://schemas.microsoft.com/office/drawing/2014/main" id="{07601AF2-C48E-4FF7-81DC-C0D5CEDDFB2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 flipH="1">
            <a:off x="3861063" y="2051869"/>
            <a:ext cx="17538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115" name="Google Shape;115;p15">
            <a:extLst xmlns:a="http://schemas.openxmlformats.org/drawingml/2006/main">
              <a:ext uri="{FF2B5EF4-FFF2-40B4-BE49-F238E27FC236}">
                <a16:creationId xmlns:a16="http://schemas.microsoft.com/office/drawing/2014/main" id="{244F87D6-5879-48B8-A90D-34380507A230}"/>
              </a:ext>
            </a:extLst>
          </p:cNvPr>
          <p:cNvSpPr>
            <a:spLocks xmlns:a="http://schemas.openxmlformats.org/drawingml/2006/main" noGrp="1"/>
          </p:cNvSpPr>
          <p:nvPr>
            <p:ph type="title" idx="2" hasCustomPrompt="1"/>
          </p:nvPr>
        </p:nvSpPr>
        <p:spPr>
          <a:xfrm xmlns:a="http://schemas.openxmlformats.org/drawingml/2006/main" flipH="1">
            <a:off x="1159988" y="2051878"/>
            <a:ext cx="17538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116" name="Google Shape;116;p15">
            <a:extLst xmlns:a="http://schemas.openxmlformats.org/drawingml/2006/main">
              <a:ext uri="{FF2B5EF4-FFF2-40B4-BE49-F238E27FC236}">
                <a16:creationId xmlns:a16="http://schemas.microsoft.com/office/drawing/2014/main" id="{B2A7AF68-C124-4F6E-B9EA-D989A3149AF9}"/>
              </a:ext>
            </a:extLst>
          </p:cNvPr>
          <p:cNvSpPr>
            <a:spLocks xmlns:a="http://schemas.openxmlformats.org/drawingml/2006/main" noGrp="1"/>
          </p:cNvSpPr>
          <p:nvPr>
            <p:ph type="title" idx="3" hasCustomPrompt="1"/>
          </p:nvPr>
        </p:nvSpPr>
        <p:spPr>
          <a:xfrm xmlns:a="http://schemas.openxmlformats.org/drawingml/2006/main" flipH="1">
            <a:off x="6419663" y="2051885"/>
            <a:ext cx="17538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117" name="Google Shape;117;p15">
            <a:extLst xmlns:a="http://schemas.openxmlformats.org/drawingml/2006/main">
              <a:ext uri="{FF2B5EF4-FFF2-40B4-BE49-F238E27FC236}">
                <a16:creationId xmlns:a16="http://schemas.microsoft.com/office/drawing/2014/main" id="{77B76A51-C368-4A9F-B8F2-EF5852AC4E19}"/>
              </a:ext>
            </a:extLst>
          </p:cNvPr>
          <p:cNvSpPr>
            <a:spLocks xmlns:a="http://schemas.openxmlformats.org/drawingml/2006/main" noGrp="1"/>
          </p:cNvSpPr>
          <p:nvPr>
            <p:ph type="ctrTitle" idx="4"/>
          </p:nvPr>
        </p:nvSpPr>
        <p:spPr>
          <a:xfrm xmlns:a="http://schemas.openxmlformats.org/drawingml/2006/main">
            <a:off x="1555275" y="327500"/>
            <a:ext cx="62229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118" name="Google Shape;118;p15">
            <a:extLst xmlns:a="http://schemas.openxmlformats.org/drawingml/2006/main">
              <a:ext uri="{FF2B5EF4-FFF2-40B4-BE49-F238E27FC236}">
                <a16:creationId xmlns:a16="http://schemas.microsoft.com/office/drawing/2014/main" id="{BE8219E5-804A-49FA-9F10-9782F4B365D6}"/>
              </a:ext>
            </a:extLst>
          </p:cNvPr>
          <p:cNvSpPr>
            <a:spLocks xmlns:a="http://schemas.openxmlformats.org/drawingml/2006/main" noGrp="1"/>
          </p:cNvSpPr>
          <p:nvPr>
            <p:ph type="ctrTitle" idx="5"/>
          </p:nvPr>
        </p:nvSpPr>
        <p:spPr>
          <a:xfrm xmlns:a="http://schemas.openxmlformats.org/drawingml/2006/main" flipH="1">
            <a:off x="6275213" y="3084096"/>
            <a:ext cx="20427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119" name="Google Shape;119;p15">
            <a:extLst xmlns:a="http://schemas.openxmlformats.org/drawingml/2006/main">
              <a:ext uri="{FF2B5EF4-FFF2-40B4-BE49-F238E27FC236}">
                <a16:creationId xmlns:a16="http://schemas.microsoft.com/office/drawing/2014/main" id="{2DAF98FD-BB89-4EB2-B95F-6A8AB6AEC09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 flipH="1">
            <a:off x="6218663" y="3442401"/>
            <a:ext cx="2155800" cy="51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20" name="Google Shape;120;p15">
            <a:extLst xmlns:a="http://schemas.openxmlformats.org/drawingml/2006/main">
              <a:ext uri="{FF2B5EF4-FFF2-40B4-BE49-F238E27FC236}">
                <a16:creationId xmlns:a16="http://schemas.microsoft.com/office/drawing/2014/main" id="{50E61750-CAF0-474A-8AAE-3D086E2ED351}"/>
              </a:ext>
            </a:extLst>
          </p:cNvPr>
          <p:cNvSpPr>
            <a:spLocks xmlns:a="http://schemas.openxmlformats.org/drawingml/2006/main" noGrp="1"/>
          </p:cNvSpPr>
          <p:nvPr>
            <p:ph type="ctrTitle" idx="6"/>
          </p:nvPr>
        </p:nvSpPr>
        <p:spPr>
          <a:xfrm xmlns:a="http://schemas.openxmlformats.org/drawingml/2006/main" flipH="1">
            <a:off x="3716613" y="3082170"/>
            <a:ext cx="20427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121" name="Google Shape;121;p15">
            <a:extLst xmlns:a="http://schemas.openxmlformats.org/drawingml/2006/main">
              <a:ext uri="{FF2B5EF4-FFF2-40B4-BE49-F238E27FC236}">
                <a16:creationId xmlns:a16="http://schemas.microsoft.com/office/drawing/2014/main" id="{A38A99F2-B3B0-4A8E-B86B-678EFAE6A749}"/>
              </a:ext>
            </a:extLst>
          </p:cNvPr>
          <p:cNvSpPr>
            <a:spLocks xmlns:a="http://schemas.openxmlformats.org/drawingml/2006/main" noGrp="1"/>
          </p:cNvSpPr>
          <p:nvPr>
            <p:ph type="subTitle" idx="7"/>
          </p:nvPr>
        </p:nvSpPr>
        <p:spPr>
          <a:xfrm xmlns:a="http://schemas.openxmlformats.org/drawingml/2006/main" flipH="1">
            <a:off x="3660063" y="3440469"/>
            <a:ext cx="2155800" cy="51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22" name="Google Shape;122;p15">
            <a:extLst xmlns:a="http://schemas.openxmlformats.org/drawingml/2006/main">
              <a:ext uri="{FF2B5EF4-FFF2-40B4-BE49-F238E27FC236}">
                <a16:creationId xmlns:a16="http://schemas.microsoft.com/office/drawing/2014/main" id="{7E380BD9-D9D1-4A3A-9A3C-A1BFF1AC738B}"/>
              </a:ext>
            </a:extLst>
          </p:cNvPr>
          <p:cNvSpPr>
            <a:spLocks xmlns:a="http://schemas.openxmlformats.org/drawingml/2006/main" noGrp="1"/>
          </p:cNvSpPr>
          <p:nvPr>
            <p:ph type="ctrTitle" idx="8"/>
          </p:nvPr>
        </p:nvSpPr>
        <p:spPr>
          <a:xfrm xmlns:a="http://schemas.openxmlformats.org/drawingml/2006/main" flipH="1">
            <a:off x="1015538" y="3088429"/>
            <a:ext cx="2042700" cy="57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123" name="Google Shape;123;p15">
            <a:extLst xmlns:a="http://schemas.openxmlformats.org/drawingml/2006/main">
              <a:ext uri="{FF2B5EF4-FFF2-40B4-BE49-F238E27FC236}">
                <a16:creationId xmlns:a16="http://schemas.microsoft.com/office/drawing/2014/main" id="{ABBE1C22-EA16-4BF8-9ABA-ABDC55E29897}"/>
              </a:ext>
            </a:extLst>
          </p:cNvPr>
          <p:cNvSpPr>
            <a:spLocks xmlns:a="http://schemas.openxmlformats.org/drawingml/2006/main" noGrp="1"/>
          </p:cNvSpPr>
          <p:nvPr>
            <p:ph type="subTitle" idx="9"/>
          </p:nvPr>
        </p:nvSpPr>
        <p:spPr>
          <a:xfrm xmlns:a="http://schemas.openxmlformats.org/drawingml/2006/main" flipH="1">
            <a:off x="958988" y="3437245"/>
            <a:ext cx="2155800" cy="51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24" name="Google Shape;124;p15">
            <a:extLst xmlns:a="http://schemas.openxmlformats.org/drawingml/2006/main">
              <a:ext uri="{FF2B5EF4-FFF2-40B4-BE49-F238E27FC236}">
                <a16:creationId xmlns:a16="http://schemas.microsoft.com/office/drawing/2014/main" id="{66A7879A-ABEA-4519-B112-2F23CD997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67875" y="3741600"/>
            <a:ext cx="1027500" cy="10275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15">
            <a:extLst xmlns:a="http://schemas.openxmlformats.org/drawingml/2006/main">
              <a:ext uri="{FF2B5EF4-FFF2-40B4-BE49-F238E27FC236}">
                <a16:creationId xmlns:a16="http://schemas.microsoft.com/office/drawing/2014/main" id="{61E8B95D-842A-42EE-9A8B-FD2399D4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9950" y="998400"/>
            <a:ext cx="1027500" cy="10275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5">
            <a:extLst xmlns:a="http://schemas.openxmlformats.org/drawingml/2006/main">
              <a:ext uri="{FF2B5EF4-FFF2-40B4-BE49-F238E27FC236}">
                <a16:creationId xmlns:a16="http://schemas.microsoft.com/office/drawing/2014/main" id="{72157C64-A518-492D-ACD0-698F83674B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5.xml><?xml version="1.0" encoding="utf-8"?>
<p:sldLayout xmlns:p="http://schemas.openxmlformats.org/presentationml/2006/main" matchingName="Title and Text 1">
  <p:cSld name="CUSTOM_29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Google Shape;128;p16">
            <a:extLst xmlns:a="http://schemas.openxmlformats.org/drawingml/2006/main">
              <a:ext uri="{FF2B5EF4-FFF2-40B4-BE49-F238E27FC236}">
                <a16:creationId xmlns:a16="http://schemas.microsoft.com/office/drawing/2014/main" id="{8562332C-941E-43AD-B747-D80256A6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6000" y="3560700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6">
            <a:extLst xmlns:a="http://schemas.openxmlformats.org/drawingml/2006/main">
              <a:ext uri="{FF2B5EF4-FFF2-40B4-BE49-F238E27FC236}">
                <a16:creationId xmlns:a16="http://schemas.microsoft.com/office/drawing/2014/main" id="{CC86BBCD-166B-4D79-B5B5-04771F8D30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0079" y="326761"/>
            <a:ext cx="32910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30" name="Google Shape;130;p16">
            <a:extLst xmlns:a="http://schemas.openxmlformats.org/drawingml/2006/main">
              <a:ext uri="{FF2B5EF4-FFF2-40B4-BE49-F238E27FC236}">
                <a16:creationId xmlns:a16="http://schemas.microsoft.com/office/drawing/2014/main" id="{D07F10E9-46E9-4BC3-86BC-B5D1684AD0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736825" y="1464100"/>
            <a:ext cx="3338400" cy="1598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429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600"/>
            </a:lvl1pPr>
            <a:lvl2pPr marL="914400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31" name="Google Shape;131;p16">
            <a:extLst xmlns:a="http://schemas.openxmlformats.org/drawingml/2006/main">
              <a:ext uri="{FF2B5EF4-FFF2-40B4-BE49-F238E27FC236}">
                <a16:creationId xmlns:a16="http://schemas.microsoft.com/office/drawing/2014/main" id="{22C33F94-5512-4E3C-B85D-BB7B0D98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-19050" y="231500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16">
            <a:extLst xmlns:a="http://schemas.openxmlformats.org/drawingml/2006/main">
              <a:ext uri="{FF2B5EF4-FFF2-40B4-BE49-F238E27FC236}">
                <a16:creationId xmlns:a16="http://schemas.microsoft.com/office/drawing/2014/main" id="{612F6CE1-B5BA-497F-B5E2-63E63166B8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matchingName="Title Only 1">
  <p:cSld name="CUSTOM_30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4" name="Google Shape;134;p17">
            <a:extLst xmlns:a="http://schemas.openxmlformats.org/drawingml/2006/main">
              <a:ext uri="{FF2B5EF4-FFF2-40B4-BE49-F238E27FC236}">
                <a16:creationId xmlns:a16="http://schemas.microsoft.com/office/drawing/2014/main" id="{CA133F4E-7E3F-420D-89AF-D409EA23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2075" y="4928725"/>
            <a:ext cx="890700" cy="8907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7">
            <a:extLst xmlns:a="http://schemas.openxmlformats.org/drawingml/2006/main">
              <a:ext uri="{FF2B5EF4-FFF2-40B4-BE49-F238E27FC236}">
                <a16:creationId xmlns:a16="http://schemas.microsoft.com/office/drawing/2014/main" id="{8E8959E2-1B4D-4E27-BFC9-C6FBDD314C3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4038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136" name="Google Shape;136;p17">
            <a:extLst xmlns:a="http://schemas.openxmlformats.org/drawingml/2006/main">
              <a:ext uri="{FF2B5EF4-FFF2-40B4-BE49-F238E27FC236}">
                <a16:creationId xmlns:a16="http://schemas.microsoft.com/office/drawing/2014/main" id="{A79B3977-F1C6-4EC6-8FEE-55DE10C4AD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Three Columns 1">
  <p:cSld name="CUSTOM_3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8" name="Google Shape;138;p18">
            <a:extLst xmlns:a="http://schemas.openxmlformats.org/drawingml/2006/main">
              <a:ext uri="{FF2B5EF4-FFF2-40B4-BE49-F238E27FC236}">
                <a16:creationId xmlns:a16="http://schemas.microsoft.com/office/drawing/2014/main" id="{6213A04B-B45B-4CCF-B8D3-8CA455744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191675" y="4131525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8">
            <a:extLst xmlns:a="http://schemas.openxmlformats.org/drawingml/2006/main">
              <a:ext uri="{FF2B5EF4-FFF2-40B4-BE49-F238E27FC236}">
                <a16:creationId xmlns:a16="http://schemas.microsoft.com/office/drawing/2014/main" id="{CD95D5B1-7CF3-481C-B997-8C81AE8216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96525" y="246525"/>
            <a:ext cx="8022600" cy="84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40" name="Google Shape;140;p18">
            <a:extLst xmlns:a="http://schemas.openxmlformats.org/drawingml/2006/main">
              <a:ext uri="{FF2B5EF4-FFF2-40B4-BE49-F238E27FC236}">
                <a16:creationId xmlns:a16="http://schemas.microsoft.com/office/drawing/2014/main" id="{23175B43-480F-477F-9052-5A8A095DF6A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 flipH="1">
            <a:off x="596613" y="3717954"/>
            <a:ext cx="2648100" cy="36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solidFill>
                  <a:schemeClr val="dk1"/>
                </a:solidFill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41" name="Google Shape;141;p18">
            <a:extLst xmlns:a="http://schemas.openxmlformats.org/drawingml/2006/main">
              <a:ext uri="{FF2B5EF4-FFF2-40B4-BE49-F238E27FC236}">
                <a16:creationId xmlns:a16="http://schemas.microsoft.com/office/drawing/2014/main" id="{25E818FE-A046-49F9-BA76-8500DE7A4406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5971025" y="3721600"/>
            <a:ext cx="2648100" cy="36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solidFill>
                  <a:schemeClr val="dk1"/>
                </a:solidFill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42" name="Google Shape;142;p18">
            <a:extLst xmlns:a="http://schemas.openxmlformats.org/drawingml/2006/main">
              <a:ext uri="{FF2B5EF4-FFF2-40B4-BE49-F238E27FC236}">
                <a16:creationId xmlns:a16="http://schemas.microsoft.com/office/drawing/2014/main" id="{29A9B32D-A6DD-4D33-83E7-5C27068C10F9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 flipH="1">
            <a:off x="596528" y="3251205"/>
            <a:ext cx="2648100" cy="617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43" name="Google Shape;143;p18">
            <a:extLst xmlns:a="http://schemas.openxmlformats.org/drawingml/2006/main">
              <a:ext uri="{FF2B5EF4-FFF2-40B4-BE49-F238E27FC236}">
                <a16:creationId xmlns:a16="http://schemas.microsoft.com/office/drawing/2014/main" id="{2DCE6542-1FE1-4757-8BEB-B62BD602C575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5971025" y="3251200"/>
            <a:ext cx="2648100" cy="66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44" name="Google Shape;144;p18">
            <a:extLst xmlns:a="http://schemas.openxmlformats.org/drawingml/2006/main">
              <a:ext uri="{FF2B5EF4-FFF2-40B4-BE49-F238E27FC236}">
                <a16:creationId xmlns:a16="http://schemas.microsoft.com/office/drawing/2014/main" id="{515B59F5-DA1A-402B-8CAD-DD7EE558A175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3283825" y="3717950"/>
            <a:ext cx="2648100" cy="36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solidFill>
                  <a:schemeClr val="dk1"/>
                </a:solidFill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45" name="Google Shape;145;p18">
            <a:extLst xmlns:a="http://schemas.openxmlformats.org/drawingml/2006/main">
              <a:ext uri="{FF2B5EF4-FFF2-40B4-BE49-F238E27FC236}">
                <a16:creationId xmlns:a16="http://schemas.microsoft.com/office/drawing/2014/main" id="{35479BCA-0914-4484-88EB-9A4BC7C917AA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3283825" y="3247550"/>
            <a:ext cx="2648100" cy="66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46" name="Google Shape;146;p18">
            <a:extLst xmlns:a="http://schemas.openxmlformats.org/drawingml/2006/main">
              <a:ext uri="{FF2B5EF4-FFF2-40B4-BE49-F238E27FC236}">
                <a16:creationId xmlns:a16="http://schemas.microsoft.com/office/drawing/2014/main" id="{E4CE41F1-AA7B-441F-8202-E03EC0D1CE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and Two Columns 1 ">
  <p:cSld name="CUSTOM_19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8" name="Google Shape;148;p19">
            <a:extLst xmlns:a="http://schemas.openxmlformats.org/drawingml/2006/main">
              <a:ext uri="{FF2B5EF4-FFF2-40B4-BE49-F238E27FC236}">
                <a16:creationId xmlns:a16="http://schemas.microsoft.com/office/drawing/2014/main" id="{9D838273-E282-4497-BCBA-23E4622AB85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 flipH="1">
            <a:off x="3772929" y="628600"/>
            <a:ext cx="3259500" cy="58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49" name="Google Shape;149;p19">
            <a:extLst xmlns:a="http://schemas.openxmlformats.org/drawingml/2006/main">
              <a:ext uri="{FF2B5EF4-FFF2-40B4-BE49-F238E27FC236}">
                <a16:creationId xmlns:a16="http://schemas.microsoft.com/office/drawing/2014/main" id="{FD5EC61D-9292-48B4-BC28-F203DC777AA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772913" y="1142940"/>
            <a:ext cx="3259500" cy="126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6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50" name="Google Shape;150;p19">
            <a:extLst xmlns:a="http://schemas.openxmlformats.org/drawingml/2006/main">
              <a:ext uri="{FF2B5EF4-FFF2-40B4-BE49-F238E27FC236}">
                <a16:creationId xmlns:a16="http://schemas.microsoft.com/office/drawing/2014/main" id="{14B81D26-BCD8-4178-AF47-549DDB83AEF3}"/>
              </a:ext>
            </a:extLst>
          </p:cNvPr>
          <p:cNvSpPr>
            <a:spLocks xmlns:a="http://schemas.openxmlformats.org/drawingml/2006/main" noGrp="1"/>
          </p:cNvSpPr>
          <p:nvPr>
            <p:ph type="ctrTitle" idx="2"/>
          </p:nvPr>
        </p:nvSpPr>
        <p:spPr>
          <a:xfrm xmlns:a="http://schemas.openxmlformats.org/drawingml/2006/main" flipH="1">
            <a:off x="2307846" y="2774775"/>
            <a:ext cx="3217200" cy="58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1" name="Google Shape;151;p19">
            <a:extLst xmlns:a="http://schemas.openxmlformats.org/drawingml/2006/main">
              <a:ext uri="{FF2B5EF4-FFF2-40B4-BE49-F238E27FC236}">
                <a16:creationId xmlns:a16="http://schemas.microsoft.com/office/drawing/2014/main" id="{78732296-2952-4A3C-BC42-0CC3CD9C0316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2307862" y="3270145"/>
            <a:ext cx="3217200" cy="126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6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52" name="Google Shape;152;p19">
            <a:extLst xmlns:a="http://schemas.openxmlformats.org/drawingml/2006/main">
              <a:ext uri="{FF2B5EF4-FFF2-40B4-BE49-F238E27FC236}">
                <a16:creationId xmlns:a16="http://schemas.microsoft.com/office/drawing/2014/main" id="{3A459A8C-83D3-4A2E-A2AB-E75C92B2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5150" y="1328050"/>
            <a:ext cx="1032300" cy="10323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9">
            <a:extLst xmlns:a="http://schemas.openxmlformats.org/drawingml/2006/main">
              <a:ext uri="{FF2B5EF4-FFF2-40B4-BE49-F238E27FC236}">
                <a16:creationId xmlns:a16="http://schemas.microsoft.com/office/drawing/2014/main" id="{765AAB8E-D934-4E3E-B849-F76294D4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11250" y="2417750"/>
            <a:ext cx="1032300" cy="10323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19">
            <a:extLst xmlns:a="http://schemas.openxmlformats.org/drawingml/2006/main">
              <a:ext uri="{FF2B5EF4-FFF2-40B4-BE49-F238E27FC236}">
                <a16:creationId xmlns:a16="http://schemas.microsoft.com/office/drawing/2014/main" id="{FABF0F0F-A386-4E66-9D2D-0879734420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9.xml><?xml version="1.0" encoding="utf-8"?>
<p:sldLayout xmlns:p="http://schemas.openxmlformats.org/presentationml/2006/main" matchingName="Title and Two Columns 2 ">
  <p:cSld name="CUSTOM_3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6" name="Google Shape;156;p20">
            <a:extLst xmlns:a="http://schemas.openxmlformats.org/drawingml/2006/main">
              <a:ext uri="{FF2B5EF4-FFF2-40B4-BE49-F238E27FC236}">
                <a16:creationId xmlns:a16="http://schemas.microsoft.com/office/drawing/2014/main" id="{7C93A50E-F5DD-4A99-9F51-E3082701DD0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 flipH="1">
            <a:off x="820179" y="2475668"/>
            <a:ext cx="3259500" cy="58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7" name="Google Shape;157;p20">
            <a:extLst xmlns:a="http://schemas.openxmlformats.org/drawingml/2006/main">
              <a:ext uri="{FF2B5EF4-FFF2-40B4-BE49-F238E27FC236}">
                <a16:creationId xmlns:a16="http://schemas.microsoft.com/office/drawing/2014/main" id="{D279389B-46B1-4812-9E59-FA130A21B07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820163" y="3293131"/>
            <a:ext cx="3259500" cy="126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6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58" name="Google Shape;158;p20">
            <a:extLst xmlns:a="http://schemas.openxmlformats.org/drawingml/2006/main">
              <a:ext uri="{FF2B5EF4-FFF2-40B4-BE49-F238E27FC236}">
                <a16:creationId xmlns:a16="http://schemas.microsoft.com/office/drawing/2014/main" id="{4BDFFF78-E42C-4473-9CB0-E41F8591E6EB}"/>
              </a:ext>
            </a:extLst>
          </p:cNvPr>
          <p:cNvSpPr>
            <a:spLocks xmlns:a="http://schemas.openxmlformats.org/drawingml/2006/main" noGrp="1"/>
          </p:cNvSpPr>
          <p:nvPr>
            <p:ph type="ctrTitle" idx="2"/>
          </p:nvPr>
        </p:nvSpPr>
        <p:spPr>
          <a:xfrm xmlns:a="http://schemas.openxmlformats.org/drawingml/2006/main" flipH="1">
            <a:off x="820179" y="292456"/>
            <a:ext cx="3259500" cy="58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9" name="Google Shape;159;p20">
            <a:extLst xmlns:a="http://schemas.openxmlformats.org/drawingml/2006/main">
              <a:ext uri="{FF2B5EF4-FFF2-40B4-BE49-F238E27FC236}">
                <a16:creationId xmlns:a16="http://schemas.microsoft.com/office/drawing/2014/main" id="{E35AFC99-47B9-485B-AFFD-F50582CF85AB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820163" y="1096449"/>
            <a:ext cx="3259500" cy="126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6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60" name="Google Shape;160;p20">
            <a:extLst xmlns:a="http://schemas.openxmlformats.org/drawingml/2006/main">
              <a:ext uri="{FF2B5EF4-FFF2-40B4-BE49-F238E27FC236}">
                <a16:creationId xmlns:a16="http://schemas.microsoft.com/office/drawing/2014/main" id="{D20C8404-1320-4B2B-94BC-B7B82080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9400" y="1198500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20">
            <a:extLst xmlns:a="http://schemas.openxmlformats.org/drawingml/2006/main">
              <a:ext uri="{FF2B5EF4-FFF2-40B4-BE49-F238E27FC236}">
                <a16:creationId xmlns:a16="http://schemas.microsoft.com/office/drawing/2014/main" id="{CD318E46-845F-419C-9CFD-2AC2D390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-152400" y="-420750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0">
            <a:extLst xmlns:a="http://schemas.openxmlformats.org/drawingml/2006/main">
              <a:ext uri="{FF2B5EF4-FFF2-40B4-BE49-F238E27FC236}">
                <a16:creationId xmlns:a16="http://schemas.microsoft.com/office/drawing/2014/main" id="{D42AC7DC-7A67-4739-BAA5-CFEAAAE3E8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itle and Two Columns 3">
  <p:cSld name="CUSTOM_60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4" name="Google Shape;164;p21">
            <a:extLst xmlns:a="http://schemas.openxmlformats.org/drawingml/2006/main">
              <a:ext uri="{FF2B5EF4-FFF2-40B4-BE49-F238E27FC236}">
                <a16:creationId xmlns:a16="http://schemas.microsoft.com/office/drawing/2014/main" id="{AFB745EB-F696-49BD-9571-6A946DED8B0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 flipH="1">
            <a:off x="1214713" y="883368"/>
            <a:ext cx="3202500" cy="58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65" name="Google Shape;165;p21">
            <a:extLst xmlns:a="http://schemas.openxmlformats.org/drawingml/2006/main">
              <a:ext uri="{FF2B5EF4-FFF2-40B4-BE49-F238E27FC236}">
                <a16:creationId xmlns:a16="http://schemas.microsoft.com/office/drawing/2014/main" id="{B2EF55DC-F412-4F84-999D-6E8B08C8DB6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14588" y="1406550"/>
            <a:ext cx="3202500" cy="126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6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66" name="Google Shape;166;p21">
            <a:extLst xmlns:a="http://schemas.openxmlformats.org/drawingml/2006/main">
              <a:ext uri="{FF2B5EF4-FFF2-40B4-BE49-F238E27FC236}">
                <a16:creationId xmlns:a16="http://schemas.microsoft.com/office/drawing/2014/main" id="{7CC40B38-1F50-49D9-B6BD-1AC248AC84CC}"/>
              </a:ext>
            </a:extLst>
          </p:cNvPr>
          <p:cNvSpPr>
            <a:spLocks xmlns:a="http://schemas.openxmlformats.org/drawingml/2006/main" noGrp="1"/>
          </p:cNvSpPr>
          <p:nvPr>
            <p:ph type="ctrTitle" idx="2"/>
          </p:nvPr>
        </p:nvSpPr>
        <p:spPr>
          <a:xfrm xmlns:a="http://schemas.openxmlformats.org/drawingml/2006/main" flipH="1">
            <a:off x="4753675" y="883357"/>
            <a:ext cx="3202500" cy="58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algn="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67" name="Google Shape;167;p21">
            <a:extLst xmlns:a="http://schemas.openxmlformats.org/drawingml/2006/main">
              <a:ext uri="{FF2B5EF4-FFF2-40B4-BE49-F238E27FC236}">
                <a16:creationId xmlns:a16="http://schemas.microsoft.com/office/drawing/2014/main" id="{F8B2ADCB-3AE0-47C9-9256-2EA44F5A878A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4753550" y="1403586"/>
            <a:ext cx="3202500" cy="126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600">
                <a:solidFill>
                  <a:schemeClr val="dk1"/>
                </a:solidFill>
              </a:defRPr>
            </a:lvl1pPr>
            <a:lvl2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168" name="Google Shape;168;p21">
            <a:extLst xmlns:a="http://schemas.openxmlformats.org/drawingml/2006/main">
              <a:ext uri="{FF2B5EF4-FFF2-40B4-BE49-F238E27FC236}">
                <a16:creationId xmlns:a16="http://schemas.microsoft.com/office/drawing/2014/main" id="{DE16765A-387F-4B6C-8C68-239516DA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900" y="0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21">
            <a:extLst xmlns:a="http://schemas.openxmlformats.org/drawingml/2006/main">
              <a:ext uri="{FF2B5EF4-FFF2-40B4-BE49-F238E27FC236}">
                <a16:creationId xmlns:a16="http://schemas.microsoft.com/office/drawing/2014/main" id="{1E80C185-FB05-48B9-B12D-6D897142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-57500" y="3451100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21">
            <a:extLst xmlns:a="http://schemas.openxmlformats.org/drawingml/2006/main">
              <a:ext uri="{FF2B5EF4-FFF2-40B4-BE49-F238E27FC236}">
                <a16:creationId xmlns:a16="http://schemas.microsoft.com/office/drawing/2014/main" id="{B014C64A-6144-4B44-A8F5-76002D6157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1.xml><?xml version="1.0" encoding="utf-8"?>
<p:sldLayout xmlns:p="http://schemas.openxmlformats.org/presentationml/2006/main" matchingName="Quote 1">
  <p:cSld name="CUSTOM_16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2" name="Google Shape;172;p22">
            <a:extLst xmlns:a="http://schemas.openxmlformats.org/drawingml/2006/main">
              <a:ext uri="{FF2B5EF4-FFF2-40B4-BE49-F238E27FC236}">
                <a16:creationId xmlns:a16="http://schemas.microsoft.com/office/drawing/2014/main" id="{11F8C6E5-8CC8-41B0-A263-5DBFA1176A9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4449950" y="2686775"/>
            <a:ext cx="35778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173" name="Google Shape;173;p22">
            <a:extLst xmlns:a="http://schemas.openxmlformats.org/drawingml/2006/main">
              <a:ext uri="{FF2B5EF4-FFF2-40B4-BE49-F238E27FC236}">
                <a16:creationId xmlns:a16="http://schemas.microsoft.com/office/drawing/2014/main" id="{595D3EED-322E-474E-9786-6F02475B9D4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449950" y="2029800"/>
            <a:ext cx="35778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None/>
              <a:defRPr sz="16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174" name="Google Shape;174;p22">
            <a:extLst xmlns:a="http://schemas.openxmlformats.org/drawingml/2006/main">
              <a:ext uri="{FF2B5EF4-FFF2-40B4-BE49-F238E27FC236}">
                <a16:creationId xmlns:a16="http://schemas.microsoft.com/office/drawing/2014/main" id="{D8B6BF88-4AA2-428D-9633-018386DB22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matchingName="Quote 2">
  <p:cSld name="CUSTOM_33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23">
            <a:extLst xmlns:a="http://schemas.openxmlformats.org/drawingml/2006/main">
              <a:ext uri="{FF2B5EF4-FFF2-40B4-BE49-F238E27FC236}">
                <a16:creationId xmlns:a16="http://schemas.microsoft.com/office/drawing/2014/main" id="{278F90AA-A317-4EAA-AA13-8FD25BA66BB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478050" y="2969350"/>
            <a:ext cx="35778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22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177" name="Google Shape;177;p23">
            <a:extLst xmlns:a="http://schemas.openxmlformats.org/drawingml/2006/main">
              <a:ext uri="{FF2B5EF4-FFF2-40B4-BE49-F238E27FC236}">
                <a16:creationId xmlns:a16="http://schemas.microsoft.com/office/drawing/2014/main" id="{E41F038C-4840-4673-A6BF-2139959D935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78050" y="2321875"/>
            <a:ext cx="35778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None/>
              <a:defRPr sz="16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178" name="Google Shape;178;p23">
            <a:extLst xmlns:a="http://schemas.openxmlformats.org/drawingml/2006/main">
              <a:ext uri="{FF2B5EF4-FFF2-40B4-BE49-F238E27FC236}">
                <a16:creationId xmlns:a16="http://schemas.microsoft.com/office/drawing/2014/main" id="{093CADAA-6C50-401C-908C-582BF6D9B8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Title Only 2">
  <p:cSld name="CUSTOM_26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0" name="Google Shape;180;p24">
            <a:extLst xmlns:a="http://schemas.openxmlformats.org/drawingml/2006/main">
              <a:ext uri="{FF2B5EF4-FFF2-40B4-BE49-F238E27FC236}">
                <a16:creationId xmlns:a16="http://schemas.microsoft.com/office/drawing/2014/main" id="{1F625D13-439B-4ADD-9675-7DBA8AB1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7700" y="-1024675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24">
            <a:extLst xmlns:a="http://schemas.openxmlformats.org/drawingml/2006/main">
              <a:ext uri="{FF2B5EF4-FFF2-40B4-BE49-F238E27FC236}">
                <a16:creationId xmlns:a16="http://schemas.microsoft.com/office/drawing/2014/main" id="{0E75B58A-689C-4743-91F6-4B74E8452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2075" y="4928725"/>
            <a:ext cx="890700" cy="8907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24">
            <a:extLst xmlns:a="http://schemas.openxmlformats.org/drawingml/2006/main">
              <a:ext uri="{FF2B5EF4-FFF2-40B4-BE49-F238E27FC236}">
                <a16:creationId xmlns:a16="http://schemas.microsoft.com/office/drawing/2014/main" id="{A87A5F57-9418-418E-8809-07D9665CF5F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4038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183" name="Google Shape;183;p24">
            <a:extLst xmlns:a="http://schemas.openxmlformats.org/drawingml/2006/main">
              <a:ext uri="{FF2B5EF4-FFF2-40B4-BE49-F238E27FC236}">
                <a16:creationId xmlns:a16="http://schemas.microsoft.com/office/drawing/2014/main" id="{122686DF-CFB7-4BC2-8133-B60074DA01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Title Only 3">
  <p:cSld name="CUSTOM_34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5" name="Google Shape;185;p25">
            <a:extLst xmlns:a="http://schemas.openxmlformats.org/drawingml/2006/main">
              <a:ext uri="{FF2B5EF4-FFF2-40B4-BE49-F238E27FC236}">
                <a16:creationId xmlns:a16="http://schemas.microsoft.com/office/drawing/2014/main" id="{5F59B27E-0BA6-4F12-ABCF-CE5B34F2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>
            <a:off x="7875525" y="3827400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25">
            <a:extLst xmlns:a="http://schemas.openxmlformats.org/drawingml/2006/main">
              <a:ext uri="{FF2B5EF4-FFF2-40B4-BE49-F238E27FC236}">
                <a16:creationId xmlns:a16="http://schemas.microsoft.com/office/drawing/2014/main" id="{5ABEFEE5-B37E-4F31-88FA-D6D45BC4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0" y="0"/>
            <a:ext cx="890700" cy="8907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25">
            <a:extLst xmlns:a="http://schemas.openxmlformats.org/drawingml/2006/main">
              <a:ext uri="{FF2B5EF4-FFF2-40B4-BE49-F238E27FC236}">
                <a16:creationId xmlns:a16="http://schemas.microsoft.com/office/drawing/2014/main" id="{77CDDEF0-157C-4E49-8996-1971BE700DB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4038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188" name="Google Shape;188;p25">
            <a:extLst xmlns:a="http://schemas.openxmlformats.org/drawingml/2006/main">
              <a:ext uri="{FF2B5EF4-FFF2-40B4-BE49-F238E27FC236}">
                <a16:creationId xmlns:a16="http://schemas.microsoft.com/office/drawing/2014/main" id="{8E51D598-69E7-4D89-BB22-55C3A81D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66675" y="1671775"/>
            <a:ext cx="4638600" cy="463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25">
            <a:extLst xmlns:a="http://schemas.openxmlformats.org/drawingml/2006/main">
              <a:ext uri="{FF2B5EF4-FFF2-40B4-BE49-F238E27FC236}">
                <a16:creationId xmlns:a16="http://schemas.microsoft.com/office/drawing/2014/main" id="{58A5911C-1EDB-4509-9D84-32E067966A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matchingName="Title and Four Columns 1">
  <p:cSld name="CUSTOM_36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1" name="Google Shape;191;p26">
            <a:extLst xmlns:a="http://schemas.openxmlformats.org/drawingml/2006/main">
              <a:ext uri="{FF2B5EF4-FFF2-40B4-BE49-F238E27FC236}">
                <a16:creationId xmlns:a16="http://schemas.microsoft.com/office/drawing/2014/main" id="{0490E772-CB1F-4B3D-9271-EBDBCCB6C6F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812475" y="2843752"/>
            <a:ext cx="1578000" cy="27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192" name="Google Shape;192;p26">
            <a:extLst xmlns:a="http://schemas.openxmlformats.org/drawingml/2006/main">
              <a:ext uri="{FF2B5EF4-FFF2-40B4-BE49-F238E27FC236}">
                <a16:creationId xmlns:a16="http://schemas.microsoft.com/office/drawing/2014/main" id="{811EA856-744A-403E-A7FF-1F3608331776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738625" y="2760052"/>
            <a:ext cx="1657800" cy="3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193" name="Google Shape;193;p26">
            <a:extLst xmlns:a="http://schemas.openxmlformats.org/drawingml/2006/main">
              <a:ext uri="{FF2B5EF4-FFF2-40B4-BE49-F238E27FC236}">
                <a16:creationId xmlns:a16="http://schemas.microsoft.com/office/drawing/2014/main" id="{4174F9CF-95D9-4791-963A-9D41A6ACFA19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4704725" y="2843752"/>
            <a:ext cx="1657800" cy="27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194" name="Google Shape;194;p26">
            <a:extLst xmlns:a="http://schemas.openxmlformats.org/drawingml/2006/main">
              <a:ext uri="{FF2B5EF4-FFF2-40B4-BE49-F238E27FC236}">
                <a16:creationId xmlns:a16="http://schemas.microsoft.com/office/drawing/2014/main" id="{213539B9-DB6A-42AD-9B23-5307E0C0FFE5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729825" y="3010250"/>
            <a:ext cx="1743300" cy="83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195" name="Google Shape;195;p26">
            <a:extLst xmlns:a="http://schemas.openxmlformats.org/drawingml/2006/main">
              <a:ext uri="{FF2B5EF4-FFF2-40B4-BE49-F238E27FC236}">
                <a16:creationId xmlns:a16="http://schemas.microsoft.com/office/drawing/2014/main" id="{76C0B8FA-9CB3-48D4-9C82-5D5DC8CD4A02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2695875" y="3010250"/>
            <a:ext cx="1743300" cy="83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196" name="Google Shape;196;p26">
            <a:extLst xmlns:a="http://schemas.openxmlformats.org/drawingml/2006/main">
              <a:ext uri="{FF2B5EF4-FFF2-40B4-BE49-F238E27FC236}">
                <a16:creationId xmlns:a16="http://schemas.microsoft.com/office/drawing/2014/main" id="{EF162701-834A-4E03-9E5F-66FD89262636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4661975" y="3010250"/>
            <a:ext cx="1743300" cy="83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197" name="Google Shape;197;p26">
            <a:extLst xmlns:a="http://schemas.openxmlformats.org/drawingml/2006/main">
              <a:ext uri="{FF2B5EF4-FFF2-40B4-BE49-F238E27FC236}">
                <a16:creationId xmlns:a16="http://schemas.microsoft.com/office/drawing/2014/main" id="{9C32C053-1764-452C-83AB-FC0482D345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657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198" name="Google Shape;198;p26">
            <a:extLst xmlns:a="http://schemas.openxmlformats.org/drawingml/2006/main">
              <a:ext uri="{FF2B5EF4-FFF2-40B4-BE49-F238E27FC236}">
                <a16:creationId xmlns:a16="http://schemas.microsoft.com/office/drawing/2014/main" id="{F98AA3A1-142F-4928-AA89-B11CCAA4BF97}"/>
              </a:ext>
            </a:extLst>
          </p:cNvPr>
          <p:cNvSpPr>
            <a:spLocks xmlns:a="http://schemas.openxmlformats.org/drawingml/2006/main" noGrp="1"/>
          </p:cNvSpPr>
          <p:nvPr>
            <p:ph type="subTitle" idx="7"/>
          </p:nvPr>
        </p:nvSpPr>
        <p:spPr>
          <a:xfrm xmlns:a="http://schemas.openxmlformats.org/drawingml/2006/main">
            <a:off x="6713575" y="2843752"/>
            <a:ext cx="1657800" cy="27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199" name="Google Shape;199;p26">
            <a:extLst xmlns:a="http://schemas.openxmlformats.org/drawingml/2006/main">
              <a:ext uri="{FF2B5EF4-FFF2-40B4-BE49-F238E27FC236}">
                <a16:creationId xmlns:a16="http://schemas.microsoft.com/office/drawing/2014/main" id="{3484F8A3-EF2E-4CBD-B6FA-DA6320783241}"/>
              </a:ext>
            </a:extLst>
          </p:cNvPr>
          <p:cNvSpPr>
            <a:spLocks xmlns:a="http://schemas.openxmlformats.org/drawingml/2006/main" noGrp="1"/>
          </p:cNvSpPr>
          <p:nvPr>
            <p:ph type="subTitle" idx="8"/>
          </p:nvPr>
        </p:nvSpPr>
        <p:spPr>
          <a:xfrm xmlns:a="http://schemas.openxmlformats.org/drawingml/2006/main">
            <a:off x="6670825" y="3010250"/>
            <a:ext cx="1743300" cy="837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>
                <a:solidFill>
                  <a:schemeClr val="dk2"/>
                </a:solidFill>
              </a:defRPr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200" name="Google Shape;200;p26">
            <a:extLst xmlns:a="http://schemas.openxmlformats.org/drawingml/2006/main">
              <a:ext uri="{FF2B5EF4-FFF2-40B4-BE49-F238E27FC236}">
                <a16:creationId xmlns:a16="http://schemas.microsoft.com/office/drawing/2014/main" id="{BBB7F71C-503F-4A86-B4A9-EE0F6EC26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800" y="4643200"/>
            <a:ext cx="1129200" cy="11292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26">
            <a:extLst xmlns:a="http://schemas.openxmlformats.org/drawingml/2006/main">
              <a:ext uri="{FF2B5EF4-FFF2-40B4-BE49-F238E27FC236}">
                <a16:creationId xmlns:a16="http://schemas.microsoft.com/office/drawing/2014/main" id="{BF22E394-C40F-416B-82DA-50B0E760C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950" y="-424100"/>
            <a:ext cx="824400" cy="8244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6">
            <a:extLst xmlns:a="http://schemas.openxmlformats.org/drawingml/2006/main">
              <a:ext uri="{FF2B5EF4-FFF2-40B4-BE49-F238E27FC236}">
                <a16:creationId xmlns:a16="http://schemas.microsoft.com/office/drawing/2014/main" id="{72F2146A-A176-46BC-95D4-804068C3CF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matchingName="Title Only 4">
  <p:cSld name="CUSTOM_58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4" name="Google Shape;204;p27">
            <a:extLst xmlns:a="http://schemas.openxmlformats.org/drawingml/2006/main">
              <a:ext uri="{FF2B5EF4-FFF2-40B4-BE49-F238E27FC236}">
                <a16:creationId xmlns:a16="http://schemas.microsoft.com/office/drawing/2014/main" id="{BEBA7FBF-2A04-4CE5-A743-411D86A444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7473" y="3801261"/>
            <a:ext cx="4435800" cy="854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205" name="Google Shape;205;p27">
            <a:extLst xmlns:a="http://schemas.openxmlformats.org/drawingml/2006/main">
              <a:ext uri="{FF2B5EF4-FFF2-40B4-BE49-F238E27FC236}">
                <a16:creationId xmlns:a16="http://schemas.microsoft.com/office/drawing/2014/main" id="{2F57F92E-C7F1-4EF2-B50A-F359833CB1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matchingName="Title Only 5">
  <p:cSld name="CUSTOM_37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7" name="Google Shape;207;p28">
            <a:extLst xmlns:a="http://schemas.openxmlformats.org/drawingml/2006/main">
              <a:ext uri="{FF2B5EF4-FFF2-40B4-BE49-F238E27FC236}">
                <a16:creationId xmlns:a16="http://schemas.microsoft.com/office/drawing/2014/main" id="{B97E28BA-262A-41B5-B844-DFB7FF3B2B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64750" y="1250550"/>
            <a:ext cx="2126100" cy="220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208" name="Google Shape;208;p28">
            <a:extLst xmlns:a="http://schemas.openxmlformats.org/drawingml/2006/main">
              <a:ext uri="{FF2B5EF4-FFF2-40B4-BE49-F238E27FC236}">
                <a16:creationId xmlns:a16="http://schemas.microsoft.com/office/drawing/2014/main" id="{D6C6F42B-A29E-4118-B596-B5485132D93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8.xml><?xml version="1.0" encoding="utf-8"?>
<p:sldLayout xmlns:p="http://schemas.openxmlformats.org/presentationml/2006/main" matchingName="Numbers and Text 1">
  <p:cSld name="CUSTOM_1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0" name="Google Shape;210;p29">
            <a:extLst xmlns:a="http://schemas.openxmlformats.org/drawingml/2006/main">
              <a:ext uri="{FF2B5EF4-FFF2-40B4-BE49-F238E27FC236}">
                <a16:creationId xmlns:a16="http://schemas.microsoft.com/office/drawing/2014/main" id="{C43D48A0-5DD5-41BF-8686-042EF57BEE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674625" y="2928277"/>
            <a:ext cx="3064500" cy="93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211" name="Google Shape;211;p29">
            <a:extLst xmlns:a="http://schemas.openxmlformats.org/drawingml/2006/main">
              <a:ext uri="{FF2B5EF4-FFF2-40B4-BE49-F238E27FC236}">
                <a16:creationId xmlns:a16="http://schemas.microsoft.com/office/drawing/2014/main" id="{3A97BADF-9F27-44F6-B0FF-B3789D812DF4}"/>
              </a:ext>
            </a:extLst>
          </p:cNvPr>
          <p:cNvSpPr>
            <a:spLocks xmlns:a="http://schemas.openxmlformats.org/drawingml/2006/main" noGrp="1"/>
          </p:cNvSpPr>
          <p:nvPr>
            <p:ph type="title" idx="2" hasCustomPrompt="1"/>
          </p:nvPr>
        </p:nvSpPr>
        <p:spPr>
          <a:xfrm xmlns:a="http://schemas.openxmlformats.org/drawingml/2006/main">
            <a:off x="2944550" y="1279425"/>
            <a:ext cx="3064500" cy="93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212" name="Google Shape;212;p29">
            <a:extLst xmlns:a="http://schemas.openxmlformats.org/drawingml/2006/main">
              <a:ext uri="{FF2B5EF4-FFF2-40B4-BE49-F238E27FC236}">
                <a16:creationId xmlns:a16="http://schemas.microsoft.com/office/drawing/2014/main" id="{48AB2B5C-404B-48BE-950D-EA67705430C4}"/>
              </a:ext>
            </a:extLst>
          </p:cNvPr>
          <p:cNvSpPr>
            <a:spLocks xmlns:a="http://schemas.openxmlformats.org/drawingml/2006/main" noGrp="1"/>
          </p:cNvSpPr>
          <p:nvPr>
            <p:ph type="title" idx="3" hasCustomPrompt="1"/>
          </p:nvPr>
        </p:nvSpPr>
        <p:spPr>
          <a:xfrm xmlns:a="http://schemas.openxmlformats.org/drawingml/2006/main">
            <a:off x="5070575" y="2920220"/>
            <a:ext cx="3064500" cy="93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213" name="Google Shape;213;p29">
            <a:extLst xmlns:a="http://schemas.openxmlformats.org/drawingml/2006/main">
              <a:ext uri="{FF2B5EF4-FFF2-40B4-BE49-F238E27FC236}">
                <a16:creationId xmlns:a16="http://schemas.microsoft.com/office/drawing/2014/main" id="{2AAEFC5D-EC72-476F-817C-8AC151CBAF2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 flipH="1">
            <a:off x="1178925" y="3663791"/>
            <a:ext cx="2055900" cy="66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214" name="Google Shape;214;p29">
            <a:extLst xmlns:a="http://schemas.openxmlformats.org/drawingml/2006/main">
              <a:ext uri="{FF2B5EF4-FFF2-40B4-BE49-F238E27FC236}">
                <a16:creationId xmlns:a16="http://schemas.microsoft.com/office/drawing/2014/main" id="{58E464E5-7D3D-494A-A2C8-E127DAB1E08E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 flipH="1">
            <a:off x="3266849" y="2078426"/>
            <a:ext cx="2419800" cy="36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215" name="Google Shape;215;p29">
            <a:extLst xmlns:a="http://schemas.openxmlformats.org/drawingml/2006/main">
              <a:ext uri="{FF2B5EF4-FFF2-40B4-BE49-F238E27FC236}">
                <a16:creationId xmlns:a16="http://schemas.microsoft.com/office/drawing/2014/main" id="{5196432C-0800-46EC-9409-E3B966C8510D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 flipH="1">
            <a:off x="5574875" y="3663791"/>
            <a:ext cx="2055900" cy="66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216" name="Google Shape;216;p29">
            <a:extLst xmlns:a="http://schemas.openxmlformats.org/drawingml/2006/main">
              <a:ext uri="{FF2B5EF4-FFF2-40B4-BE49-F238E27FC236}">
                <a16:creationId xmlns:a16="http://schemas.microsoft.com/office/drawing/2014/main" id="{7BA83A2E-956D-4115-9111-90016678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3575" y="2947875"/>
            <a:ext cx="855000" cy="8550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29">
            <a:extLst xmlns:a="http://schemas.openxmlformats.org/drawingml/2006/main">
              <a:ext uri="{FF2B5EF4-FFF2-40B4-BE49-F238E27FC236}">
                <a16:creationId xmlns:a16="http://schemas.microsoft.com/office/drawing/2014/main" id="{94170D53-D57A-4976-928D-565230FF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500325" y="854500"/>
            <a:ext cx="855000" cy="8550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29">
            <a:extLst xmlns:a="http://schemas.openxmlformats.org/drawingml/2006/main">
              <a:ext uri="{FF2B5EF4-FFF2-40B4-BE49-F238E27FC236}">
                <a16:creationId xmlns:a16="http://schemas.microsoft.com/office/drawing/2014/main" id="{4C8825FC-32B3-4616-A9C1-FDC32413AAF4}"/>
              </a:ext>
            </a:extLst>
          </p:cNvPr>
          <p:cNvSpPr>
            <a:spLocks xmlns:a="http://schemas.openxmlformats.org/drawingml/2006/main" noGrp="1"/>
          </p:cNvSpPr>
          <p:nvPr>
            <p:ph type="ctrTitle" idx="6"/>
          </p:nvPr>
        </p:nvSpPr>
        <p:spPr>
          <a:xfrm xmlns:a="http://schemas.openxmlformats.org/drawingml/2006/main">
            <a:off x="13657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219" name="Google Shape;219;p29">
            <a:extLst xmlns:a="http://schemas.openxmlformats.org/drawingml/2006/main">
              <a:ext uri="{FF2B5EF4-FFF2-40B4-BE49-F238E27FC236}">
                <a16:creationId xmlns:a16="http://schemas.microsoft.com/office/drawing/2014/main" id="{1EFFB7E7-C62C-4F37-A190-0B8F90A945D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9.xml><?xml version="1.0" encoding="utf-8"?>
<p:sldLayout xmlns:p="http://schemas.openxmlformats.org/presentationml/2006/main" matchingName="Numbers and Text 2">
  <p:cSld name="CUSTOM_38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1" name="Google Shape;221;p30">
            <a:extLst xmlns:a="http://schemas.openxmlformats.org/drawingml/2006/main">
              <a:ext uri="{FF2B5EF4-FFF2-40B4-BE49-F238E27FC236}">
                <a16:creationId xmlns:a16="http://schemas.microsoft.com/office/drawing/2014/main" id="{9C2F5365-9A2A-4D87-9A26-6FBF7CC14ED4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23775" y="1209134"/>
            <a:ext cx="2328000" cy="93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222" name="Google Shape;222;p30">
            <a:extLst xmlns:a="http://schemas.openxmlformats.org/drawingml/2006/main">
              <a:ext uri="{FF2B5EF4-FFF2-40B4-BE49-F238E27FC236}">
                <a16:creationId xmlns:a16="http://schemas.microsoft.com/office/drawing/2014/main" id="{830FA3C1-6BED-417E-A712-BEB8FF374AA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 flipH="1">
            <a:off x="1023775" y="1944635"/>
            <a:ext cx="2328000" cy="66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223" name="Google Shape;223;p30">
            <a:extLst xmlns:a="http://schemas.openxmlformats.org/drawingml/2006/main">
              <a:ext uri="{FF2B5EF4-FFF2-40B4-BE49-F238E27FC236}">
                <a16:creationId xmlns:a16="http://schemas.microsoft.com/office/drawing/2014/main" id="{C31709D8-E4FC-4C25-9625-BDAAC64C1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8300" y="0"/>
            <a:ext cx="855000" cy="8550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30">
            <a:extLst xmlns:a="http://schemas.openxmlformats.org/drawingml/2006/main">
              <a:ext uri="{FF2B5EF4-FFF2-40B4-BE49-F238E27FC236}">
                <a16:creationId xmlns:a16="http://schemas.microsoft.com/office/drawing/2014/main" id="{4FC63A1F-8AD4-4836-8DBC-04120E0A5169}"/>
              </a:ext>
            </a:extLst>
          </p:cNvPr>
          <p:cNvSpPr>
            <a:spLocks xmlns:a="http://schemas.openxmlformats.org/drawingml/2006/main" noGrp="1"/>
          </p:cNvSpPr>
          <p:nvPr>
            <p:ph type="ctrTitle" idx="2"/>
          </p:nvPr>
        </p:nvSpPr>
        <p:spPr>
          <a:xfrm xmlns:a="http://schemas.openxmlformats.org/drawingml/2006/main">
            <a:off x="13657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225" name="Google Shape;225;p30">
            <a:extLst xmlns:a="http://schemas.openxmlformats.org/drawingml/2006/main">
              <a:ext uri="{FF2B5EF4-FFF2-40B4-BE49-F238E27FC236}">
                <a16:creationId xmlns:a16="http://schemas.microsoft.com/office/drawing/2014/main" id="{891A29D7-9B82-45DC-B2ED-B4ACE42BF288}"/>
              </a:ext>
            </a:extLst>
          </p:cNvPr>
          <p:cNvSpPr>
            <a:spLocks xmlns:a="http://schemas.openxmlformats.org/drawingml/2006/main" noGrp="1"/>
          </p:cNvSpPr>
          <p:nvPr>
            <p:ph type="title" idx="3" hasCustomPrompt="1"/>
          </p:nvPr>
        </p:nvSpPr>
        <p:spPr>
          <a:xfrm xmlns:a="http://schemas.openxmlformats.org/drawingml/2006/main">
            <a:off x="4367050" y="1208359"/>
            <a:ext cx="2328000" cy="93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226" name="Google Shape;226;p30">
            <a:extLst xmlns:a="http://schemas.openxmlformats.org/drawingml/2006/main">
              <a:ext uri="{FF2B5EF4-FFF2-40B4-BE49-F238E27FC236}">
                <a16:creationId xmlns:a16="http://schemas.microsoft.com/office/drawing/2014/main" id="{0B6DDCDB-3DEF-4AAC-A788-6401E251F2E8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 flipH="1">
            <a:off x="4367050" y="1943825"/>
            <a:ext cx="2328000" cy="66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227" name="Google Shape;227;p30">
            <a:extLst xmlns:a="http://schemas.openxmlformats.org/drawingml/2006/main">
              <a:ext uri="{FF2B5EF4-FFF2-40B4-BE49-F238E27FC236}">
                <a16:creationId xmlns:a16="http://schemas.microsoft.com/office/drawing/2014/main" id="{9234FC98-D3C0-4281-9D46-39B4DB63B1A4}"/>
              </a:ext>
            </a:extLst>
          </p:cNvPr>
          <p:cNvSpPr>
            <a:spLocks xmlns:a="http://schemas.openxmlformats.org/drawingml/2006/main" noGrp="1"/>
          </p:cNvSpPr>
          <p:nvPr>
            <p:ph type="title" idx="5" hasCustomPrompt="1"/>
          </p:nvPr>
        </p:nvSpPr>
        <p:spPr>
          <a:xfrm xmlns:a="http://schemas.openxmlformats.org/drawingml/2006/main">
            <a:off x="2614450" y="3229025"/>
            <a:ext cx="2328000" cy="93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228" name="Google Shape;228;p30">
            <a:extLst xmlns:a="http://schemas.openxmlformats.org/drawingml/2006/main">
              <a:ext uri="{FF2B5EF4-FFF2-40B4-BE49-F238E27FC236}">
                <a16:creationId xmlns:a16="http://schemas.microsoft.com/office/drawing/2014/main" id="{6D22610E-BAB9-4C1F-90D4-C3DB4849EC99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 flipH="1">
            <a:off x="2614450" y="3954720"/>
            <a:ext cx="2328000" cy="66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229" name="Google Shape;229;p30">
            <a:extLst xmlns:a="http://schemas.openxmlformats.org/drawingml/2006/main">
              <a:ext uri="{FF2B5EF4-FFF2-40B4-BE49-F238E27FC236}">
                <a16:creationId xmlns:a16="http://schemas.microsoft.com/office/drawing/2014/main" id="{028A563D-9D26-4DBD-B7B5-B7DA6E589824}"/>
              </a:ext>
            </a:extLst>
          </p:cNvPr>
          <p:cNvSpPr>
            <a:spLocks xmlns:a="http://schemas.openxmlformats.org/drawingml/2006/main" noGrp="1"/>
          </p:cNvSpPr>
          <p:nvPr>
            <p:ph type="title" idx="7" hasCustomPrompt="1"/>
          </p:nvPr>
        </p:nvSpPr>
        <p:spPr>
          <a:xfrm xmlns:a="http://schemas.openxmlformats.org/drawingml/2006/main">
            <a:off x="5957950" y="3227963"/>
            <a:ext cx="2328000" cy="93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230" name="Google Shape;230;p30">
            <a:extLst xmlns:a="http://schemas.openxmlformats.org/drawingml/2006/main">
              <a:ext uri="{FF2B5EF4-FFF2-40B4-BE49-F238E27FC236}">
                <a16:creationId xmlns:a16="http://schemas.microsoft.com/office/drawing/2014/main" id="{3D0BB91C-FE8E-4DDC-8947-5070546301C7}"/>
              </a:ext>
            </a:extLst>
          </p:cNvPr>
          <p:cNvSpPr>
            <a:spLocks xmlns:a="http://schemas.openxmlformats.org/drawingml/2006/main" noGrp="1"/>
          </p:cNvSpPr>
          <p:nvPr>
            <p:ph type="subTitle" idx="8"/>
          </p:nvPr>
        </p:nvSpPr>
        <p:spPr>
          <a:xfrm xmlns:a="http://schemas.openxmlformats.org/drawingml/2006/main" flipH="1">
            <a:off x="5957950" y="3953657"/>
            <a:ext cx="2328000" cy="66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231" name="Google Shape;231;p30">
            <a:extLst xmlns:a="http://schemas.openxmlformats.org/drawingml/2006/main">
              <a:ext uri="{FF2B5EF4-FFF2-40B4-BE49-F238E27FC236}">
                <a16:creationId xmlns:a16="http://schemas.microsoft.com/office/drawing/2014/main" id="{F7AE4172-B050-413E-9DED-5607F7842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4295400"/>
            <a:ext cx="1240200" cy="12405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30">
            <a:extLst xmlns:a="http://schemas.openxmlformats.org/drawingml/2006/main">
              <a:ext uri="{FF2B5EF4-FFF2-40B4-BE49-F238E27FC236}">
                <a16:creationId xmlns:a16="http://schemas.microsoft.com/office/drawing/2014/main" id="{1495C694-1413-43AB-A67E-E652448AEA9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0.xml><?xml version="1.0" encoding="utf-8"?>
<p:sldLayout xmlns:p="http://schemas.openxmlformats.org/presentationml/2006/main" matchingName="Numbers and Text 3">
  <p:cSld name="CUSTOM_6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4" name="Google Shape;234;p31">
            <a:extLst xmlns:a="http://schemas.openxmlformats.org/drawingml/2006/main">
              <a:ext uri="{FF2B5EF4-FFF2-40B4-BE49-F238E27FC236}">
                <a16:creationId xmlns:a16="http://schemas.microsoft.com/office/drawing/2014/main" id="{81900B33-33AC-4DC2-8D81-B6080EB9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>
            <a:off x="7875525" y="3827400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31">
            <a:extLst xmlns:a="http://schemas.openxmlformats.org/drawingml/2006/main">
              <a:ext uri="{FF2B5EF4-FFF2-40B4-BE49-F238E27FC236}">
                <a16:creationId xmlns:a16="http://schemas.microsoft.com/office/drawing/2014/main" id="{32630B8B-E506-446C-8123-CDAC3B41EF0E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174525" y="2167609"/>
            <a:ext cx="2328000" cy="93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236" name="Google Shape;236;p31">
            <a:extLst xmlns:a="http://schemas.openxmlformats.org/drawingml/2006/main">
              <a:ext uri="{FF2B5EF4-FFF2-40B4-BE49-F238E27FC236}">
                <a16:creationId xmlns:a16="http://schemas.microsoft.com/office/drawing/2014/main" id="{5A120C10-4D10-4A04-B5FD-55BB5271A11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 flipH="1">
            <a:off x="1174525" y="2903110"/>
            <a:ext cx="2328000" cy="66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237" name="Google Shape;237;p31">
            <a:extLst xmlns:a="http://schemas.openxmlformats.org/drawingml/2006/main">
              <a:ext uri="{FF2B5EF4-FFF2-40B4-BE49-F238E27FC236}">
                <a16:creationId xmlns:a16="http://schemas.microsoft.com/office/drawing/2014/main" id="{90F64067-C3E1-4309-BD53-7511A5FC7812}"/>
              </a:ext>
            </a:extLst>
          </p:cNvPr>
          <p:cNvSpPr>
            <a:spLocks xmlns:a="http://schemas.openxmlformats.org/drawingml/2006/main" noGrp="1"/>
          </p:cNvSpPr>
          <p:nvPr>
            <p:ph type="ctrTitle" idx="2"/>
          </p:nvPr>
        </p:nvSpPr>
        <p:spPr>
          <a:xfrm xmlns:a="http://schemas.openxmlformats.org/drawingml/2006/main">
            <a:off x="13657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238" name="Google Shape;238;p31">
            <a:extLst xmlns:a="http://schemas.openxmlformats.org/drawingml/2006/main">
              <a:ext uri="{FF2B5EF4-FFF2-40B4-BE49-F238E27FC236}">
                <a16:creationId xmlns:a16="http://schemas.microsoft.com/office/drawing/2014/main" id="{4324730B-051E-4ED2-AE67-FCBCC510C6CE}"/>
              </a:ext>
            </a:extLst>
          </p:cNvPr>
          <p:cNvSpPr>
            <a:spLocks xmlns:a="http://schemas.openxmlformats.org/drawingml/2006/main" noGrp="1"/>
          </p:cNvSpPr>
          <p:nvPr>
            <p:ph type="title" idx="3" hasCustomPrompt="1"/>
          </p:nvPr>
        </p:nvSpPr>
        <p:spPr>
          <a:xfrm xmlns:a="http://schemas.openxmlformats.org/drawingml/2006/main">
            <a:off x="5279800" y="2166834"/>
            <a:ext cx="2328000" cy="93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239" name="Google Shape;239;p31">
            <a:extLst xmlns:a="http://schemas.openxmlformats.org/drawingml/2006/main">
              <a:ext uri="{FF2B5EF4-FFF2-40B4-BE49-F238E27FC236}">
                <a16:creationId xmlns:a16="http://schemas.microsoft.com/office/drawing/2014/main" id="{2F895264-4BB5-4C01-8E39-237229829643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 flipH="1">
            <a:off x="5279800" y="2902300"/>
            <a:ext cx="2328000" cy="66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240" name="Google Shape;240;p31">
            <a:extLst xmlns:a="http://schemas.openxmlformats.org/drawingml/2006/main">
              <a:ext uri="{FF2B5EF4-FFF2-40B4-BE49-F238E27FC236}">
                <a16:creationId xmlns:a16="http://schemas.microsoft.com/office/drawing/2014/main" id="{5F1297CD-6BE6-4518-A4A9-476DFC5AA2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1.xml><?xml version="1.0" encoding="utf-8"?>
<p:sldLayout xmlns:p="http://schemas.openxmlformats.org/presentationml/2006/main" matchingName="Big Number 1">
  <p:cSld name="CUSTOM_5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2" name="Google Shape;242;p32">
            <a:extLst xmlns:a="http://schemas.openxmlformats.org/drawingml/2006/main">
              <a:ext uri="{FF2B5EF4-FFF2-40B4-BE49-F238E27FC236}">
                <a16:creationId xmlns:a16="http://schemas.microsoft.com/office/drawing/2014/main" id="{58CD277E-4CBD-45DD-8DE7-89865F57FD39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26225" y="1824375"/>
            <a:ext cx="5587200" cy="13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8000"/>
            </a:lvl1pPr>
            <a:lvl2pPr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2pPr>
            <a:lvl3pPr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3pPr>
            <a:lvl4pPr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4pPr>
            <a:lvl5pPr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5pPr>
            <a:lvl6pPr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6pPr>
            <a:lvl7pPr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7pPr>
            <a:lvl8pPr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8pPr>
            <a:lvl9pPr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243" name="Google Shape;243;p32">
            <a:extLst xmlns:a="http://schemas.openxmlformats.org/drawingml/2006/main">
              <a:ext uri="{FF2B5EF4-FFF2-40B4-BE49-F238E27FC236}">
                <a16:creationId xmlns:a16="http://schemas.microsoft.com/office/drawing/2014/main" id="{E91BF4E9-D8DF-4F08-81AC-1363924EEBA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 flipH="1">
            <a:off x="526225" y="3005325"/>
            <a:ext cx="5587200" cy="617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244" name="Google Shape;244;p32">
            <a:extLst xmlns:a="http://schemas.openxmlformats.org/drawingml/2006/main">
              <a:ext uri="{FF2B5EF4-FFF2-40B4-BE49-F238E27FC236}">
                <a16:creationId xmlns:a16="http://schemas.microsoft.com/office/drawing/2014/main" id="{29F69F57-5407-45EA-90D9-1B247370F0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2.xml><?xml version="1.0" encoding="utf-8"?>
<p:sldLayout xmlns:p="http://schemas.openxmlformats.org/presentationml/2006/main" matchingName="Main Point">
  <p:cSld name="CUSTOM_54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6" name="Google Shape;246;p33">
            <a:extLst xmlns:a="http://schemas.openxmlformats.org/drawingml/2006/main">
              <a:ext uri="{FF2B5EF4-FFF2-40B4-BE49-F238E27FC236}">
                <a16:creationId xmlns:a16="http://schemas.microsoft.com/office/drawing/2014/main" id="{5FAAF360-DAE2-444D-9B55-55431AA43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1963250" y="-9450"/>
            <a:ext cx="5162400" cy="51624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33">
            <a:extLst xmlns:a="http://schemas.openxmlformats.org/drawingml/2006/main">
              <a:ext uri="{FF2B5EF4-FFF2-40B4-BE49-F238E27FC236}">
                <a16:creationId xmlns:a16="http://schemas.microsoft.com/office/drawing/2014/main" id="{C1C9B5A7-5881-470B-B400-EA075382899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2379250" y="1267450"/>
            <a:ext cx="44406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8000"/>
              <a:buNone/>
              <a:defRPr sz="6300"/>
            </a:lvl1pPr>
            <a:lvl2pPr algn="r">
              <a:spcBef>
                <a:spcPts val="0"/>
              </a:spcBef>
              <a:spcAft>
                <a:spcPts val="0"/>
              </a:spcAft>
              <a:buSzPts val="10000"/>
              <a:buFont typeface="Ubuntu Condensed"/>
              <a:buNone/>
              <a:defRPr sz="100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0000"/>
              <a:buFont typeface="Ubuntu Condensed"/>
              <a:buNone/>
              <a:defRPr sz="100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0000"/>
              <a:buFont typeface="Ubuntu Condensed"/>
              <a:buNone/>
              <a:defRPr sz="100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0000"/>
              <a:buFont typeface="Ubuntu Condensed"/>
              <a:buNone/>
              <a:defRPr sz="100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0000"/>
              <a:buFont typeface="Ubuntu Condensed"/>
              <a:buNone/>
              <a:defRPr sz="100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0000"/>
              <a:buFont typeface="Ubuntu Condensed"/>
              <a:buNone/>
              <a:defRPr sz="100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0000"/>
              <a:buFont typeface="Ubuntu Condensed"/>
              <a:buNone/>
              <a:defRPr sz="100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0000"/>
              <a:buFont typeface="Ubuntu Condensed"/>
              <a:buNone/>
              <a:defRPr sz="100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248" name="Google Shape;248;p33">
            <a:extLst xmlns:a="http://schemas.openxmlformats.org/drawingml/2006/main">
              <a:ext uri="{FF2B5EF4-FFF2-40B4-BE49-F238E27FC236}">
                <a16:creationId xmlns:a16="http://schemas.microsoft.com/office/drawing/2014/main" id="{CAFAF185-39D6-4303-89A9-037186C8D27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 flipH="1">
            <a:off x="2324150" y="3208850"/>
            <a:ext cx="4440600" cy="66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249" name="Google Shape;249;p33">
            <a:extLst xmlns:a="http://schemas.openxmlformats.org/drawingml/2006/main">
              <a:ext uri="{FF2B5EF4-FFF2-40B4-BE49-F238E27FC236}">
                <a16:creationId xmlns:a16="http://schemas.microsoft.com/office/drawing/2014/main" id="{A447EC73-D1A2-4AC1-8764-08C5397FD4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3.xml><?xml version="1.0" encoding="utf-8"?>
<p:sldLayout xmlns:p="http://schemas.openxmlformats.org/presentationml/2006/main" matchingName="Title and Text 2">
  <p:cSld name="CUSTOM_40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1" name="Google Shape;251;p34">
            <a:extLst xmlns:a="http://schemas.openxmlformats.org/drawingml/2006/main">
              <a:ext uri="{FF2B5EF4-FFF2-40B4-BE49-F238E27FC236}">
                <a16:creationId xmlns:a16="http://schemas.microsoft.com/office/drawing/2014/main" id="{8C1E7589-31A0-4320-AB29-AD12561D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0" y="0"/>
            <a:ext cx="4251300" cy="39579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34">
            <a:extLst xmlns:a="http://schemas.openxmlformats.org/drawingml/2006/main">
              <a:ext uri="{FF2B5EF4-FFF2-40B4-BE49-F238E27FC236}">
                <a16:creationId xmlns:a16="http://schemas.microsoft.com/office/drawing/2014/main" id="{555C004C-D75E-426D-93A1-739A638B79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6275" y="466887"/>
            <a:ext cx="31284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253" name="Google Shape;253;p34">
            <a:extLst xmlns:a="http://schemas.openxmlformats.org/drawingml/2006/main">
              <a:ext uri="{FF2B5EF4-FFF2-40B4-BE49-F238E27FC236}">
                <a16:creationId xmlns:a16="http://schemas.microsoft.com/office/drawing/2014/main" id="{8B66AECA-FFAC-4F76-8F56-35A39757F91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6275" y="1413349"/>
            <a:ext cx="3128400" cy="123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54" name="Google Shape;254;p34">
            <a:extLst xmlns:a="http://schemas.openxmlformats.org/drawingml/2006/main">
              <a:ext uri="{FF2B5EF4-FFF2-40B4-BE49-F238E27FC236}">
                <a16:creationId xmlns:a16="http://schemas.microsoft.com/office/drawing/2014/main" id="{FC5F5820-31A3-4620-827C-B4C6BE494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9000" y="0"/>
            <a:ext cx="855000" cy="8550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34">
            <a:extLst xmlns:a="http://schemas.openxmlformats.org/drawingml/2006/main">
              <a:ext uri="{FF2B5EF4-FFF2-40B4-BE49-F238E27FC236}">
                <a16:creationId xmlns:a16="http://schemas.microsoft.com/office/drawing/2014/main" id="{9694787D-B483-4C46-AD4A-A843A13BF0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4.xml><?xml version="1.0" encoding="utf-8"?>
<p:sldLayout xmlns:p="http://schemas.openxmlformats.org/presentationml/2006/main" matchingName="Title and Four Columns 2">
  <p:cSld name="CUSTOM_20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7" name="Google Shape;257;p35">
            <a:extLst xmlns:a="http://schemas.openxmlformats.org/drawingml/2006/main">
              <a:ext uri="{FF2B5EF4-FFF2-40B4-BE49-F238E27FC236}">
                <a16:creationId xmlns:a16="http://schemas.microsoft.com/office/drawing/2014/main" id="{41CC8185-20A1-4AA7-9C46-5C99E7186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800" y="4643200"/>
            <a:ext cx="1129200" cy="11292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35">
            <a:extLst xmlns:a="http://schemas.openxmlformats.org/drawingml/2006/main">
              <a:ext uri="{FF2B5EF4-FFF2-40B4-BE49-F238E27FC236}">
                <a16:creationId xmlns:a16="http://schemas.microsoft.com/office/drawing/2014/main" id="{EA5BE07F-FCFB-4F54-B75C-D0224CCC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950" y="-424100"/>
            <a:ext cx="824400" cy="8244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35">
            <a:extLst xmlns:a="http://schemas.openxmlformats.org/drawingml/2006/main">
              <a:ext uri="{FF2B5EF4-FFF2-40B4-BE49-F238E27FC236}">
                <a16:creationId xmlns:a16="http://schemas.microsoft.com/office/drawing/2014/main" id="{CE6CFAD2-3194-443A-A623-1B15E1D1AEE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34275" y="1401100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260" name="Google Shape;260;p35">
            <a:extLst xmlns:a="http://schemas.openxmlformats.org/drawingml/2006/main">
              <a:ext uri="{FF2B5EF4-FFF2-40B4-BE49-F238E27FC236}">
                <a16:creationId xmlns:a16="http://schemas.microsoft.com/office/drawing/2014/main" id="{1CE3C19C-7EF4-4244-86FE-CE7BC88D1B6A}"/>
              </a:ext>
            </a:extLst>
          </p:cNvPr>
          <p:cNvSpPr>
            <a:spLocks xmlns:a="http://schemas.openxmlformats.org/drawingml/2006/main" noGrp="1"/>
          </p:cNvSpPr>
          <p:nvPr>
            <p:ph type="ctrTitle" idx="2"/>
          </p:nvPr>
        </p:nvSpPr>
        <p:spPr>
          <a:xfrm xmlns:a="http://schemas.openxmlformats.org/drawingml/2006/main">
            <a:off x="6956000" y="1401100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261" name="Google Shape;261;p35">
            <a:extLst xmlns:a="http://schemas.openxmlformats.org/drawingml/2006/main">
              <a:ext uri="{FF2B5EF4-FFF2-40B4-BE49-F238E27FC236}">
                <a16:creationId xmlns:a16="http://schemas.microsoft.com/office/drawing/2014/main" id="{6CACDB65-57E6-4F9C-8432-3B31CEE638FB}"/>
              </a:ext>
            </a:extLst>
          </p:cNvPr>
          <p:cNvSpPr>
            <a:spLocks xmlns:a="http://schemas.openxmlformats.org/drawingml/2006/main" noGrp="1"/>
          </p:cNvSpPr>
          <p:nvPr>
            <p:ph type="ctrTitle" idx="3"/>
          </p:nvPr>
        </p:nvSpPr>
        <p:spPr>
          <a:xfrm xmlns:a="http://schemas.openxmlformats.org/drawingml/2006/main">
            <a:off x="2723950" y="1388571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262" name="Google Shape;262;p35">
            <a:extLst xmlns:a="http://schemas.openxmlformats.org/drawingml/2006/main">
              <a:ext uri="{FF2B5EF4-FFF2-40B4-BE49-F238E27FC236}">
                <a16:creationId xmlns:a16="http://schemas.microsoft.com/office/drawing/2014/main" id="{39E08A5B-2FE6-4609-809C-04168C42163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724000" y="1738800"/>
            <a:ext cx="15633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263" name="Google Shape;263;p35">
            <a:extLst xmlns:a="http://schemas.openxmlformats.org/drawingml/2006/main">
              <a:ext uri="{FF2B5EF4-FFF2-40B4-BE49-F238E27FC236}">
                <a16:creationId xmlns:a16="http://schemas.microsoft.com/office/drawing/2014/main" id="{25B80F90-72A4-412D-ACC4-A45B086D2793}"/>
              </a:ext>
            </a:extLst>
          </p:cNvPr>
          <p:cNvSpPr>
            <a:spLocks xmlns:a="http://schemas.openxmlformats.org/drawingml/2006/main" noGrp="1"/>
          </p:cNvSpPr>
          <p:nvPr>
            <p:ph type="ctrTitle" idx="4"/>
          </p:nvPr>
        </p:nvSpPr>
        <p:spPr>
          <a:xfrm xmlns:a="http://schemas.openxmlformats.org/drawingml/2006/main">
            <a:off x="2723950" y="2668071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264" name="Google Shape;264;p35">
            <a:extLst xmlns:a="http://schemas.openxmlformats.org/drawingml/2006/main">
              <a:ext uri="{FF2B5EF4-FFF2-40B4-BE49-F238E27FC236}">
                <a16:creationId xmlns:a16="http://schemas.microsoft.com/office/drawing/2014/main" id="{C2534C79-1BC9-4E18-A46D-8AB10EE9E7D8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2724000" y="3018300"/>
            <a:ext cx="15633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265" name="Google Shape;265;p35">
            <a:extLst xmlns:a="http://schemas.openxmlformats.org/drawingml/2006/main">
              <a:ext uri="{FF2B5EF4-FFF2-40B4-BE49-F238E27FC236}">
                <a16:creationId xmlns:a16="http://schemas.microsoft.com/office/drawing/2014/main" id="{4A1F8D8B-C79E-4A0B-BB27-D5BB856771D8}"/>
              </a:ext>
            </a:extLst>
          </p:cNvPr>
          <p:cNvSpPr>
            <a:spLocks xmlns:a="http://schemas.openxmlformats.org/drawingml/2006/main" noGrp="1"/>
          </p:cNvSpPr>
          <p:nvPr>
            <p:ph type="ctrTitle" idx="6"/>
          </p:nvPr>
        </p:nvSpPr>
        <p:spPr>
          <a:xfrm xmlns:a="http://schemas.openxmlformats.org/drawingml/2006/main">
            <a:off x="4904450" y="1393698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266" name="Google Shape;266;p35">
            <a:extLst xmlns:a="http://schemas.openxmlformats.org/drawingml/2006/main">
              <a:ext uri="{FF2B5EF4-FFF2-40B4-BE49-F238E27FC236}">
                <a16:creationId xmlns:a16="http://schemas.microsoft.com/office/drawing/2014/main" id="{013D6759-CADF-4A56-94F1-0E509E1CBDB2}"/>
              </a:ext>
            </a:extLst>
          </p:cNvPr>
          <p:cNvSpPr>
            <a:spLocks xmlns:a="http://schemas.openxmlformats.org/drawingml/2006/main" noGrp="1"/>
          </p:cNvSpPr>
          <p:nvPr>
            <p:ph type="subTitle" idx="7"/>
          </p:nvPr>
        </p:nvSpPr>
        <p:spPr>
          <a:xfrm xmlns:a="http://schemas.openxmlformats.org/drawingml/2006/main">
            <a:off x="4904450" y="1738800"/>
            <a:ext cx="15633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267" name="Google Shape;267;p35">
            <a:extLst xmlns:a="http://schemas.openxmlformats.org/drawingml/2006/main">
              <a:ext uri="{FF2B5EF4-FFF2-40B4-BE49-F238E27FC236}">
                <a16:creationId xmlns:a16="http://schemas.microsoft.com/office/drawing/2014/main" id="{59238354-4F5C-41B8-9473-AF29CFE5DCA6}"/>
              </a:ext>
            </a:extLst>
          </p:cNvPr>
          <p:cNvSpPr>
            <a:spLocks xmlns:a="http://schemas.openxmlformats.org/drawingml/2006/main" noGrp="1"/>
          </p:cNvSpPr>
          <p:nvPr>
            <p:ph type="ctrTitle" idx="8"/>
          </p:nvPr>
        </p:nvSpPr>
        <p:spPr>
          <a:xfrm xmlns:a="http://schemas.openxmlformats.org/drawingml/2006/main">
            <a:off x="4904400" y="2668071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268" name="Google Shape;268;p35">
            <a:extLst xmlns:a="http://schemas.openxmlformats.org/drawingml/2006/main">
              <a:ext uri="{FF2B5EF4-FFF2-40B4-BE49-F238E27FC236}">
                <a16:creationId xmlns:a16="http://schemas.microsoft.com/office/drawing/2014/main" id="{FCEB390F-5479-46CD-8165-8B04E8DCBBC6}"/>
              </a:ext>
            </a:extLst>
          </p:cNvPr>
          <p:cNvSpPr>
            <a:spLocks xmlns:a="http://schemas.openxmlformats.org/drawingml/2006/main" noGrp="1"/>
          </p:cNvSpPr>
          <p:nvPr>
            <p:ph type="subTitle" idx="9"/>
          </p:nvPr>
        </p:nvSpPr>
        <p:spPr>
          <a:xfrm xmlns:a="http://schemas.openxmlformats.org/drawingml/2006/main">
            <a:off x="4904400" y="3011393"/>
            <a:ext cx="15633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269" name="Google Shape;269;p35">
            <a:extLst xmlns:a="http://schemas.openxmlformats.org/drawingml/2006/main">
              <a:ext uri="{FF2B5EF4-FFF2-40B4-BE49-F238E27FC236}">
                <a16:creationId xmlns:a16="http://schemas.microsoft.com/office/drawing/2014/main" id="{72F904F2-B799-49FE-B283-C21D59487D34}"/>
              </a:ext>
            </a:extLst>
          </p:cNvPr>
          <p:cNvSpPr>
            <a:spLocks xmlns:a="http://schemas.openxmlformats.org/drawingml/2006/main" noGrp="1"/>
          </p:cNvSpPr>
          <p:nvPr>
            <p:ph type="ctrTitle" idx="13"/>
          </p:nvPr>
        </p:nvSpPr>
        <p:spPr>
          <a:xfrm xmlns:a="http://schemas.openxmlformats.org/drawingml/2006/main">
            <a:off x="1365750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270" name="Google Shape;270;p35">
            <a:extLst xmlns:a="http://schemas.openxmlformats.org/drawingml/2006/main">
              <a:ext uri="{FF2B5EF4-FFF2-40B4-BE49-F238E27FC236}">
                <a16:creationId xmlns:a16="http://schemas.microsoft.com/office/drawing/2014/main" id="{3DA754D3-A1F1-4398-86F3-55D0D78FC2C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5.xml><?xml version="1.0" encoding="utf-8"?>
<p:sldLayout xmlns:p="http://schemas.openxmlformats.org/presentationml/2006/main" matchingName="Title and Four Columns 3">
  <p:cSld name="CUSTOM_4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2" name="Google Shape;272;p36">
            <a:extLst xmlns:a="http://schemas.openxmlformats.org/drawingml/2006/main">
              <a:ext uri="{FF2B5EF4-FFF2-40B4-BE49-F238E27FC236}">
                <a16:creationId xmlns:a16="http://schemas.microsoft.com/office/drawing/2014/main" id="{6F97F1A7-C8D0-4F7D-B985-A558EE43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7050" y="2847600"/>
            <a:ext cx="5017200" cy="1443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36">
            <a:extLst xmlns:a="http://schemas.openxmlformats.org/drawingml/2006/main">
              <a:ext uri="{FF2B5EF4-FFF2-40B4-BE49-F238E27FC236}">
                <a16:creationId xmlns:a16="http://schemas.microsoft.com/office/drawing/2014/main" id="{794DE611-F30B-4A8B-A308-2A941CCD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7050" y="1255125"/>
            <a:ext cx="5017200" cy="1443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36">
            <a:extLst xmlns:a="http://schemas.openxmlformats.org/drawingml/2006/main">
              <a:ext uri="{FF2B5EF4-FFF2-40B4-BE49-F238E27FC236}">
                <a16:creationId xmlns:a16="http://schemas.microsoft.com/office/drawing/2014/main" id="{F6FED8EF-6C39-403A-A703-591FE898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4014300"/>
            <a:ext cx="1129200" cy="11292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36">
            <a:extLst xmlns:a="http://schemas.openxmlformats.org/drawingml/2006/main">
              <a:ext uri="{FF2B5EF4-FFF2-40B4-BE49-F238E27FC236}">
                <a16:creationId xmlns:a16="http://schemas.microsoft.com/office/drawing/2014/main" id="{8674586F-3B69-4C6A-A427-91AD1BECA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070" y="327500"/>
            <a:ext cx="824400" cy="8244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36">
            <a:extLst xmlns:a="http://schemas.openxmlformats.org/drawingml/2006/main">
              <a:ext uri="{FF2B5EF4-FFF2-40B4-BE49-F238E27FC236}">
                <a16:creationId xmlns:a16="http://schemas.microsoft.com/office/drawing/2014/main" id="{FD0E88D6-45CC-4ED0-8F89-0CBC7610595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206825" y="1739884"/>
            <a:ext cx="1453500" cy="47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277" name="Google Shape;277;p36">
            <a:extLst xmlns:a="http://schemas.openxmlformats.org/drawingml/2006/main">
              <a:ext uri="{FF2B5EF4-FFF2-40B4-BE49-F238E27FC236}">
                <a16:creationId xmlns:a16="http://schemas.microsoft.com/office/drawing/2014/main" id="{0C9643B3-0781-496E-BF94-5868746955D4}"/>
              </a:ext>
            </a:extLst>
          </p:cNvPr>
          <p:cNvSpPr>
            <a:spLocks xmlns:a="http://schemas.openxmlformats.org/drawingml/2006/main" noGrp="1"/>
          </p:cNvSpPr>
          <p:nvPr>
            <p:ph type="ctrTitle" idx="2"/>
          </p:nvPr>
        </p:nvSpPr>
        <p:spPr>
          <a:xfrm xmlns:a="http://schemas.openxmlformats.org/drawingml/2006/main">
            <a:off x="1208725" y="3331785"/>
            <a:ext cx="1449600" cy="47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278" name="Google Shape;278;p36">
            <a:extLst xmlns:a="http://schemas.openxmlformats.org/drawingml/2006/main">
              <a:ext uri="{FF2B5EF4-FFF2-40B4-BE49-F238E27FC236}">
                <a16:creationId xmlns:a16="http://schemas.microsoft.com/office/drawing/2014/main" id="{49C04E09-B20E-4FE0-896B-7284B2A146A5}"/>
              </a:ext>
            </a:extLst>
          </p:cNvPr>
          <p:cNvSpPr>
            <a:spLocks xmlns:a="http://schemas.openxmlformats.org/drawingml/2006/main" noGrp="1"/>
          </p:cNvSpPr>
          <p:nvPr>
            <p:ph type="ctrTitle" idx="3"/>
          </p:nvPr>
        </p:nvSpPr>
        <p:spPr>
          <a:xfrm xmlns:a="http://schemas.openxmlformats.org/drawingml/2006/main">
            <a:off x="3780450" y="1400271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279" name="Google Shape;279;p36">
            <a:extLst xmlns:a="http://schemas.openxmlformats.org/drawingml/2006/main">
              <a:ext uri="{FF2B5EF4-FFF2-40B4-BE49-F238E27FC236}">
                <a16:creationId xmlns:a16="http://schemas.microsoft.com/office/drawing/2014/main" id="{E0054A45-9640-4484-A1F2-80C8710599B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780500" y="1751800"/>
            <a:ext cx="15633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280" name="Google Shape;280;p36">
            <a:extLst xmlns:a="http://schemas.openxmlformats.org/drawingml/2006/main">
              <a:ext uri="{FF2B5EF4-FFF2-40B4-BE49-F238E27FC236}">
                <a16:creationId xmlns:a16="http://schemas.microsoft.com/office/drawing/2014/main" id="{B8B4E18D-A0E9-4552-A703-CE2D0DBA9758}"/>
              </a:ext>
            </a:extLst>
          </p:cNvPr>
          <p:cNvSpPr>
            <a:spLocks xmlns:a="http://schemas.openxmlformats.org/drawingml/2006/main" noGrp="1"/>
          </p:cNvSpPr>
          <p:nvPr>
            <p:ph type="ctrTitle" idx="4"/>
          </p:nvPr>
        </p:nvSpPr>
        <p:spPr>
          <a:xfrm xmlns:a="http://schemas.openxmlformats.org/drawingml/2006/main">
            <a:off x="3780450" y="2973521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281" name="Google Shape;281;p36">
            <a:extLst xmlns:a="http://schemas.openxmlformats.org/drawingml/2006/main">
              <a:ext uri="{FF2B5EF4-FFF2-40B4-BE49-F238E27FC236}">
                <a16:creationId xmlns:a16="http://schemas.microsoft.com/office/drawing/2014/main" id="{84F666A7-C6F4-49D6-81F2-A893BC9E23DB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3780500" y="3314908"/>
            <a:ext cx="15633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282" name="Google Shape;282;p36">
            <a:extLst xmlns:a="http://schemas.openxmlformats.org/drawingml/2006/main">
              <a:ext uri="{FF2B5EF4-FFF2-40B4-BE49-F238E27FC236}">
                <a16:creationId xmlns:a16="http://schemas.microsoft.com/office/drawing/2014/main" id="{12FC191A-31C7-4120-9762-286256C5F413}"/>
              </a:ext>
            </a:extLst>
          </p:cNvPr>
          <p:cNvSpPr>
            <a:spLocks xmlns:a="http://schemas.openxmlformats.org/drawingml/2006/main" noGrp="1"/>
          </p:cNvSpPr>
          <p:nvPr>
            <p:ph type="ctrTitle" idx="6"/>
          </p:nvPr>
        </p:nvSpPr>
        <p:spPr>
          <a:xfrm xmlns:a="http://schemas.openxmlformats.org/drawingml/2006/main">
            <a:off x="5427550" y="1395261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283" name="Google Shape;283;p36">
            <a:extLst xmlns:a="http://schemas.openxmlformats.org/drawingml/2006/main">
              <a:ext uri="{FF2B5EF4-FFF2-40B4-BE49-F238E27FC236}">
                <a16:creationId xmlns:a16="http://schemas.microsoft.com/office/drawing/2014/main" id="{CFEF6B36-B10F-4EB2-A402-E17DA58EDAC2}"/>
              </a:ext>
            </a:extLst>
          </p:cNvPr>
          <p:cNvSpPr>
            <a:spLocks xmlns:a="http://schemas.openxmlformats.org/drawingml/2006/main" noGrp="1"/>
          </p:cNvSpPr>
          <p:nvPr>
            <p:ph type="subTitle" idx="7"/>
          </p:nvPr>
        </p:nvSpPr>
        <p:spPr>
          <a:xfrm xmlns:a="http://schemas.openxmlformats.org/drawingml/2006/main">
            <a:off x="5427550" y="1751800"/>
            <a:ext cx="15633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284" name="Google Shape;284;p36">
            <a:extLst xmlns:a="http://schemas.openxmlformats.org/drawingml/2006/main">
              <a:ext uri="{FF2B5EF4-FFF2-40B4-BE49-F238E27FC236}">
                <a16:creationId xmlns:a16="http://schemas.microsoft.com/office/drawing/2014/main" id="{B0D1530D-E14F-4894-8E3C-7E2EA4FB909D}"/>
              </a:ext>
            </a:extLst>
          </p:cNvPr>
          <p:cNvSpPr>
            <a:spLocks xmlns:a="http://schemas.openxmlformats.org/drawingml/2006/main" noGrp="1"/>
          </p:cNvSpPr>
          <p:nvPr>
            <p:ph type="ctrTitle" idx="8"/>
          </p:nvPr>
        </p:nvSpPr>
        <p:spPr>
          <a:xfrm xmlns:a="http://schemas.openxmlformats.org/drawingml/2006/main">
            <a:off x="5427500" y="2973521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285" name="Google Shape;285;p36">
            <a:extLst xmlns:a="http://schemas.openxmlformats.org/drawingml/2006/main">
              <a:ext uri="{FF2B5EF4-FFF2-40B4-BE49-F238E27FC236}">
                <a16:creationId xmlns:a16="http://schemas.microsoft.com/office/drawing/2014/main" id="{7EAF2982-2F87-4E81-811D-CF68D897D5E3}"/>
              </a:ext>
            </a:extLst>
          </p:cNvPr>
          <p:cNvSpPr>
            <a:spLocks xmlns:a="http://schemas.openxmlformats.org/drawingml/2006/main" noGrp="1"/>
          </p:cNvSpPr>
          <p:nvPr>
            <p:ph type="subTitle" idx="9"/>
          </p:nvPr>
        </p:nvSpPr>
        <p:spPr>
          <a:xfrm xmlns:a="http://schemas.openxmlformats.org/drawingml/2006/main">
            <a:off x="5427500" y="3328275"/>
            <a:ext cx="15633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286" name="Google Shape;286;p36">
            <a:extLst xmlns:a="http://schemas.openxmlformats.org/drawingml/2006/main">
              <a:ext uri="{FF2B5EF4-FFF2-40B4-BE49-F238E27FC236}">
                <a16:creationId xmlns:a16="http://schemas.microsoft.com/office/drawing/2014/main" id="{679B66A2-84D2-4EDB-AAAB-7DD99BDEA4DB}"/>
              </a:ext>
            </a:extLst>
          </p:cNvPr>
          <p:cNvSpPr>
            <a:spLocks xmlns:a="http://schemas.openxmlformats.org/drawingml/2006/main" noGrp="1"/>
          </p:cNvSpPr>
          <p:nvPr>
            <p:ph type="ctrTitle" idx="13"/>
          </p:nvPr>
        </p:nvSpPr>
        <p:spPr>
          <a:xfrm xmlns:a="http://schemas.openxmlformats.org/drawingml/2006/main">
            <a:off x="1365750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287" name="Google Shape;287;p36">
            <a:extLst xmlns:a="http://schemas.openxmlformats.org/drawingml/2006/main">
              <a:ext uri="{FF2B5EF4-FFF2-40B4-BE49-F238E27FC236}">
                <a16:creationId xmlns:a16="http://schemas.microsoft.com/office/drawing/2014/main" id="{737C5B07-6C14-4DDD-9C6A-879E718E2DF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6.xml><?xml version="1.0" encoding="utf-8"?>
<p:sldLayout xmlns:p="http://schemas.openxmlformats.org/presentationml/2006/main" matchingName="Title and Text 3">
  <p:cSld name="CUSTOM_2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9" name="Google Shape;289;p37">
            <a:extLst xmlns:a="http://schemas.openxmlformats.org/drawingml/2006/main">
              <a:ext uri="{FF2B5EF4-FFF2-40B4-BE49-F238E27FC236}">
                <a16:creationId xmlns:a16="http://schemas.microsoft.com/office/drawing/2014/main" id="{7127C0BD-FE5D-4EDC-BA8C-3630EA513F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66904" y="333395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 xmlns:a="http://schemas.openxmlformats.org/drawingml/2006/main"/>
        </p:txBody>
      </p:sp>
      <p:sp>
        <p:nvSpPr>
          <p:cNvPr id="290" name="Google Shape;290;p37">
            <a:extLst xmlns:a="http://schemas.openxmlformats.org/drawingml/2006/main">
              <a:ext uri="{FF2B5EF4-FFF2-40B4-BE49-F238E27FC236}">
                <a16:creationId xmlns:a16="http://schemas.microsoft.com/office/drawing/2014/main" id="{72667855-8456-43DE-8AE0-8A95ECA7CE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59149" y="1108408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●"/>
              <a:defRPr sz="1600"/>
            </a:lvl1pPr>
            <a:lvl2pPr marL="914400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91" name="Google Shape;291;p37">
            <a:extLst xmlns:a="http://schemas.openxmlformats.org/drawingml/2006/main">
              <a:ext uri="{FF2B5EF4-FFF2-40B4-BE49-F238E27FC236}">
                <a16:creationId xmlns:a16="http://schemas.microsoft.com/office/drawing/2014/main" id="{8366F65F-2E4F-449B-89F1-9E632B474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00" y="4777325"/>
            <a:ext cx="890700" cy="8907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37">
            <a:extLst xmlns:a="http://schemas.openxmlformats.org/drawingml/2006/main">
              <a:ext uri="{FF2B5EF4-FFF2-40B4-BE49-F238E27FC236}">
                <a16:creationId xmlns:a16="http://schemas.microsoft.com/office/drawing/2014/main" id="{4182853D-BBEA-4F29-8FC6-C27751B949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7.xml><?xml version="1.0" encoding="utf-8"?>
<p:sldLayout xmlns:p="http://schemas.openxmlformats.org/presentationml/2006/main" matchingName="Title and Three Columns 2">
  <p:cSld name="CUSTOM_4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4" name="Google Shape;294;p38">
            <a:extLst xmlns:a="http://schemas.openxmlformats.org/drawingml/2006/main">
              <a:ext uri="{FF2B5EF4-FFF2-40B4-BE49-F238E27FC236}">
                <a16:creationId xmlns:a16="http://schemas.microsoft.com/office/drawing/2014/main" id="{44458CA2-CE1F-4BDE-A9C2-B6B9AB9742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60076" y="21162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 xmlns:a="http://schemas.openxmlformats.org/drawingml/2006/main"/>
        </p:txBody>
      </p:sp>
      <p:sp>
        <p:nvSpPr>
          <p:cNvPr id="295" name="Google Shape;295;p38">
            <a:extLst xmlns:a="http://schemas.openxmlformats.org/drawingml/2006/main">
              <a:ext uri="{FF2B5EF4-FFF2-40B4-BE49-F238E27FC236}">
                <a16:creationId xmlns:a16="http://schemas.microsoft.com/office/drawing/2014/main" id="{9C67FE97-4D10-44E7-97CB-8555DA4E5BB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35550" y="1454149"/>
            <a:ext cx="1992900" cy="890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utive Mono"/>
              <a:buChar char="●"/>
              <a:defRPr sz="1400"/>
            </a:lvl1pPr>
            <a:lvl2pPr marL="914400" indent="-304800">
              <a:spcBef>
                <a:spcPts val="1600"/>
              </a:spcBef>
              <a:spcAft>
                <a:spcPts val="0"/>
              </a:spcAft>
              <a:buClr>
                <a:srgbClr val="15212A"/>
              </a:buClr>
              <a:buSzPts val="1200"/>
              <a:buFont typeface="Cutive Mono"/>
              <a:buChar char="○"/>
              <a:defRPr sz="1200"/>
            </a:lvl2pPr>
            <a:lvl3pPr marL="1371600" indent="-304800">
              <a:spcBef>
                <a:spcPts val="1600"/>
              </a:spcBef>
              <a:spcAft>
                <a:spcPts val="0"/>
              </a:spcAft>
              <a:buClr>
                <a:srgbClr val="15212A"/>
              </a:buClr>
              <a:buSzPts val="1200"/>
              <a:buFont typeface="Cutive Mono"/>
              <a:buChar char="■"/>
              <a:defRPr sz="1200"/>
            </a:lvl3pPr>
            <a:lvl4pPr marL="1828800" indent="-304800">
              <a:spcBef>
                <a:spcPts val="1600"/>
              </a:spcBef>
              <a:spcAft>
                <a:spcPts val="0"/>
              </a:spcAft>
              <a:buClr>
                <a:srgbClr val="15212A"/>
              </a:buClr>
              <a:buSzPts val="1200"/>
              <a:buFont typeface="Cutive Mono"/>
              <a:buChar char="●"/>
              <a:defRPr sz="1200"/>
            </a:lvl4pPr>
            <a:lvl5pPr marL="2286000" indent="-304800">
              <a:spcBef>
                <a:spcPts val="1600"/>
              </a:spcBef>
              <a:spcAft>
                <a:spcPts val="0"/>
              </a:spcAft>
              <a:buClr>
                <a:srgbClr val="15212A"/>
              </a:buClr>
              <a:buSzPts val="1200"/>
              <a:buFont typeface="Cutive Mono"/>
              <a:buChar char="○"/>
              <a:defRPr sz="1200"/>
            </a:lvl5pPr>
            <a:lvl6pPr marL="2743200" indent="-304800">
              <a:spcBef>
                <a:spcPts val="1600"/>
              </a:spcBef>
              <a:spcAft>
                <a:spcPts val="0"/>
              </a:spcAft>
              <a:buClr>
                <a:srgbClr val="15212A"/>
              </a:buClr>
              <a:buSzPts val="1200"/>
              <a:buFont typeface="Cutive Mono"/>
              <a:buChar char="■"/>
              <a:defRPr sz="1200"/>
            </a:lvl6pPr>
            <a:lvl7pPr marL="3200400" indent="-304800">
              <a:spcBef>
                <a:spcPts val="1600"/>
              </a:spcBef>
              <a:spcAft>
                <a:spcPts val="0"/>
              </a:spcAft>
              <a:buClr>
                <a:srgbClr val="15212A"/>
              </a:buClr>
              <a:buSzPts val="1200"/>
              <a:buFont typeface="Cutive Mono"/>
              <a:buChar char="●"/>
              <a:defRPr sz="1200"/>
            </a:lvl7pPr>
            <a:lvl8pPr marL="3657600" indent="-304800">
              <a:spcBef>
                <a:spcPts val="1600"/>
              </a:spcBef>
              <a:spcAft>
                <a:spcPts val="0"/>
              </a:spcAft>
              <a:buClr>
                <a:srgbClr val="15212A"/>
              </a:buClr>
              <a:buSzPts val="1200"/>
              <a:buFont typeface="Cutive Mono"/>
              <a:buChar char="○"/>
              <a:defRPr sz="1200"/>
            </a:lvl8pPr>
            <a:lvl9pPr marL="4114800" indent="-304800">
              <a:spcBef>
                <a:spcPts val="1600"/>
              </a:spcBef>
              <a:spcAft>
                <a:spcPts val="1600"/>
              </a:spcAft>
              <a:buClr>
                <a:srgbClr val="15212A"/>
              </a:buClr>
              <a:buSzPts val="1200"/>
              <a:buFont typeface="Cutive Mono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96" name="Google Shape;296;p38">
            <a:extLst xmlns:a="http://schemas.openxmlformats.org/drawingml/2006/main">
              <a:ext uri="{FF2B5EF4-FFF2-40B4-BE49-F238E27FC236}">
                <a16:creationId xmlns:a16="http://schemas.microsoft.com/office/drawing/2014/main" id="{EA8A20DB-53E7-4C9F-AC98-15C89E46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350" y="4597025"/>
            <a:ext cx="890700" cy="8907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38">
            <a:extLst xmlns:a="http://schemas.openxmlformats.org/drawingml/2006/main">
              <a:ext uri="{FF2B5EF4-FFF2-40B4-BE49-F238E27FC236}">
                <a16:creationId xmlns:a16="http://schemas.microsoft.com/office/drawing/2014/main" id="{AAB6F8BE-5F99-4FA6-BC76-0944835BF612}"/>
              </a:ext>
            </a:extLst>
          </p:cNvPr>
          <p:cNvSpPr>
            <a:spLocks xmlns:a="http://schemas.openxmlformats.org/drawingml/2006/main" noGrp="1"/>
          </p:cNvSpPr>
          <p:nvPr>
            <p:ph type="ctrTitle" idx="2"/>
          </p:nvPr>
        </p:nvSpPr>
        <p:spPr>
          <a:xfrm xmlns:a="http://schemas.openxmlformats.org/drawingml/2006/main">
            <a:off x="1035550" y="2378975"/>
            <a:ext cx="19929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298" name="Google Shape;298;p38">
            <a:extLst xmlns:a="http://schemas.openxmlformats.org/drawingml/2006/main">
              <a:ext uri="{FF2B5EF4-FFF2-40B4-BE49-F238E27FC236}">
                <a16:creationId xmlns:a16="http://schemas.microsoft.com/office/drawing/2014/main" id="{9171713A-AD0F-407B-82A3-9BD70E3F48D8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1035614" y="2730502"/>
            <a:ext cx="19929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299" name="Google Shape;299;p38">
            <a:extLst xmlns:a="http://schemas.openxmlformats.org/drawingml/2006/main">
              <a:ext uri="{FF2B5EF4-FFF2-40B4-BE49-F238E27FC236}">
                <a16:creationId xmlns:a16="http://schemas.microsoft.com/office/drawing/2014/main" id="{80FBE7CE-B383-4EC3-9DFF-FE5641066C01}"/>
              </a:ext>
            </a:extLst>
          </p:cNvPr>
          <p:cNvSpPr>
            <a:spLocks xmlns:a="http://schemas.openxmlformats.org/drawingml/2006/main" noGrp="1"/>
          </p:cNvSpPr>
          <p:nvPr>
            <p:ph type="ctrTitle" idx="4"/>
          </p:nvPr>
        </p:nvSpPr>
        <p:spPr>
          <a:xfrm xmlns:a="http://schemas.openxmlformats.org/drawingml/2006/main">
            <a:off x="1035550" y="3647418"/>
            <a:ext cx="19929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00" name="Google Shape;300;p38">
            <a:extLst xmlns:a="http://schemas.openxmlformats.org/drawingml/2006/main">
              <a:ext uri="{FF2B5EF4-FFF2-40B4-BE49-F238E27FC236}">
                <a16:creationId xmlns:a16="http://schemas.microsoft.com/office/drawing/2014/main" id="{2FFF62A6-78F1-49ED-9230-E9EF51490DE5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1035614" y="3988803"/>
            <a:ext cx="19929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01" name="Google Shape;301;p38">
            <a:extLst xmlns:a="http://schemas.openxmlformats.org/drawingml/2006/main">
              <a:ext uri="{FF2B5EF4-FFF2-40B4-BE49-F238E27FC236}">
                <a16:creationId xmlns:a16="http://schemas.microsoft.com/office/drawing/2014/main" id="{96119965-9E30-4C0F-B575-1EFABE8FE055}"/>
              </a:ext>
            </a:extLst>
          </p:cNvPr>
          <p:cNvSpPr>
            <a:spLocks xmlns:a="http://schemas.openxmlformats.org/drawingml/2006/main" noGrp="1"/>
          </p:cNvSpPr>
          <p:nvPr>
            <p:ph type="ctrTitle" idx="6"/>
          </p:nvPr>
        </p:nvSpPr>
        <p:spPr>
          <a:xfrm xmlns:a="http://schemas.openxmlformats.org/drawingml/2006/main">
            <a:off x="1024250" y="1109199"/>
            <a:ext cx="19929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02" name="Google Shape;302;p38">
            <a:extLst xmlns:a="http://schemas.openxmlformats.org/drawingml/2006/main">
              <a:ext uri="{FF2B5EF4-FFF2-40B4-BE49-F238E27FC236}">
                <a16:creationId xmlns:a16="http://schemas.microsoft.com/office/drawing/2014/main" id="{400F0B09-6B2A-4E0F-AFA5-97B31B6532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8.xml><?xml version="1.0" encoding="utf-8"?>
<p:sldLayout xmlns:p="http://schemas.openxmlformats.org/presentationml/2006/main" matchingName="Title and Two Columns 4">
  <p:cSld name="CUSTOM_43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4" name="Google Shape;304;p39">
            <a:extLst xmlns:a="http://schemas.openxmlformats.org/drawingml/2006/main">
              <a:ext uri="{FF2B5EF4-FFF2-40B4-BE49-F238E27FC236}">
                <a16:creationId xmlns:a16="http://schemas.microsoft.com/office/drawing/2014/main" id="{FC4D7C9A-1101-4173-855E-250C27ED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53300" y="4252800"/>
            <a:ext cx="890700" cy="8907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39">
            <a:extLst xmlns:a="http://schemas.openxmlformats.org/drawingml/2006/main">
              <a:ext uri="{FF2B5EF4-FFF2-40B4-BE49-F238E27FC236}">
                <a16:creationId xmlns:a16="http://schemas.microsoft.com/office/drawing/2014/main" id="{63D31073-B20E-49C3-A251-DE1C0580109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280050" y="2362484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06" name="Google Shape;306;p39">
            <a:extLst xmlns:a="http://schemas.openxmlformats.org/drawingml/2006/main">
              <a:ext uri="{FF2B5EF4-FFF2-40B4-BE49-F238E27FC236}">
                <a16:creationId xmlns:a16="http://schemas.microsoft.com/office/drawing/2014/main" id="{8E9F56D3-E860-4155-BCC4-D016F06E226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280100" y="2715703"/>
            <a:ext cx="15633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07" name="Google Shape;307;p39">
            <a:extLst xmlns:a="http://schemas.openxmlformats.org/drawingml/2006/main">
              <a:ext uri="{FF2B5EF4-FFF2-40B4-BE49-F238E27FC236}">
                <a16:creationId xmlns:a16="http://schemas.microsoft.com/office/drawing/2014/main" id="{1ACFFB13-8F88-404D-B76F-91A1B96FBD2D}"/>
              </a:ext>
            </a:extLst>
          </p:cNvPr>
          <p:cNvSpPr>
            <a:spLocks xmlns:a="http://schemas.openxmlformats.org/drawingml/2006/main" noGrp="1"/>
          </p:cNvSpPr>
          <p:nvPr>
            <p:ph type="ctrTitle" idx="2"/>
          </p:nvPr>
        </p:nvSpPr>
        <p:spPr>
          <a:xfrm xmlns:a="http://schemas.openxmlformats.org/drawingml/2006/main">
            <a:off x="6309418" y="2368982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08" name="Google Shape;308;p39">
            <a:extLst xmlns:a="http://schemas.openxmlformats.org/drawingml/2006/main">
              <a:ext uri="{FF2B5EF4-FFF2-40B4-BE49-F238E27FC236}">
                <a16:creationId xmlns:a16="http://schemas.microsoft.com/office/drawing/2014/main" id="{DCDCCF72-E0B5-49A9-ACD7-48D0BA791E93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6309418" y="2718585"/>
            <a:ext cx="1563300" cy="52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09" name="Google Shape;309;p39">
            <a:extLst xmlns:a="http://schemas.openxmlformats.org/drawingml/2006/main">
              <a:ext uri="{FF2B5EF4-FFF2-40B4-BE49-F238E27FC236}">
                <a16:creationId xmlns:a16="http://schemas.microsoft.com/office/drawing/2014/main" id="{4656E219-ABF1-4976-8826-0636C17247B5}"/>
              </a:ext>
            </a:extLst>
          </p:cNvPr>
          <p:cNvSpPr>
            <a:spLocks xmlns:a="http://schemas.openxmlformats.org/drawingml/2006/main" noGrp="1"/>
          </p:cNvSpPr>
          <p:nvPr>
            <p:ph type="ctrTitle" idx="4"/>
          </p:nvPr>
        </p:nvSpPr>
        <p:spPr>
          <a:xfrm xmlns:a="http://schemas.openxmlformats.org/drawingml/2006/main">
            <a:off x="13657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10" name="Google Shape;310;p39">
            <a:extLst xmlns:a="http://schemas.openxmlformats.org/drawingml/2006/main">
              <a:ext uri="{FF2B5EF4-FFF2-40B4-BE49-F238E27FC236}">
                <a16:creationId xmlns:a16="http://schemas.microsoft.com/office/drawing/2014/main" id="{851166A9-D166-420D-99A9-A0925AAB57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9.xml><?xml version="1.0" encoding="utf-8"?>
<p:sldLayout xmlns:p="http://schemas.openxmlformats.org/presentationml/2006/main" matchingName="Numbers and Text 3">
  <p:cSld name="CUSTOM_5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2" name="Google Shape;312;p40">
            <a:extLst xmlns:a="http://schemas.openxmlformats.org/drawingml/2006/main">
              <a:ext uri="{FF2B5EF4-FFF2-40B4-BE49-F238E27FC236}">
                <a16:creationId xmlns:a16="http://schemas.microsoft.com/office/drawing/2014/main" id="{A2A8CA57-4F38-422F-8DB0-3D74AC9A46BE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2002501" y="3200077"/>
            <a:ext cx="2172000" cy="66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313" name="Google Shape;313;p40">
            <a:extLst xmlns:a="http://schemas.openxmlformats.org/drawingml/2006/main">
              <a:ext uri="{FF2B5EF4-FFF2-40B4-BE49-F238E27FC236}">
                <a16:creationId xmlns:a16="http://schemas.microsoft.com/office/drawing/2014/main" id="{E297816D-DE70-48CE-A6B4-12A86C31266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 flipH="1">
            <a:off x="2135318" y="1684511"/>
            <a:ext cx="1906500" cy="36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solidFill>
                  <a:schemeClr val="dk1"/>
                </a:solidFill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14" name="Google Shape;314;p40">
            <a:extLst xmlns:a="http://schemas.openxmlformats.org/drawingml/2006/main">
              <a:ext uri="{FF2B5EF4-FFF2-40B4-BE49-F238E27FC236}">
                <a16:creationId xmlns:a16="http://schemas.microsoft.com/office/drawing/2014/main" id="{91521890-AF00-494B-BA47-31F15871218D}"/>
              </a:ext>
            </a:extLst>
          </p:cNvPr>
          <p:cNvSpPr>
            <a:spLocks xmlns:a="http://schemas.openxmlformats.org/drawingml/2006/main" noGrp="1"/>
          </p:cNvSpPr>
          <p:nvPr>
            <p:ph type="title" idx="2" hasCustomPrompt="1"/>
          </p:nvPr>
        </p:nvSpPr>
        <p:spPr>
          <a:xfrm xmlns:a="http://schemas.openxmlformats.org/drawingml/2006/main">
            <a:off x="5415571" y="1896600"/>
            <a:ext cx="1447800" cy="66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315" name="Google Shape;315;p40">
            <a:extLst xmlns:a="http://schemas.openxmlformats.org/drawingml/2006/main">
              <a:ext uri="{FF2B5EF4-FFF2-40B4-BE49-F238E27FC236}">
                <a16:creationId xmlns:a16="http://schemas.microsoft.com/office/drawing/2014/main" id="{A9072FF4-10E5-4401-81BB-87A242339502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5195474" y="3381646"/>
            <a:ext cx="1906500" cy="36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solidFill>
                  <a:schemeClr val="dk1"/>
                </a:solidFill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16" name="Google Shape;316;p40">
            <a:extLst xmlns:a="http://schemas.openxmlformats.org/drawingml/2006/main">
              <a:ext uri="{FF2B5EF4-FFF2-40B4-BE49-F238E27FC236}">
                <a16:creationId xmlns:a16="http://schemas.microsoft.com/office/drawing/2014/main" id="{DDC7E6AA-4EA5-4269-AB61-D1724730CED5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 flipH="1">
            <a:off x="2135318" y="1149335"/>
            <a:ext cx="1906500" cy="617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17" name="Google Shape;317;p40">
            <a:extLst xmlns:a="http://schemas.openxmlformats.org/drawingml/2006/main">
              <a:ext uri="{FF2B5EF4-FFF2-40B4-BE49-F238E27FC236}">
                <a16:creationId xmlns:a16="http://schemas.microsoft.com/office/drawing/2014/main" id="{D2C6CBC8-42B6-4E73-9485-F35487D75998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5195474" y="3749447"/>
            <a:ext cx="1906500" cy="66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18" name="Google Shape;318;p40">
            <a:extLst xmlns:a="http://schemas.openxmlformats.org/drawingml/2006/main">
              <a:ext uri="{FF2B5EF4-FFF2-40B4-BE49-F238E27FC236}">
                <a16:creationId xmlns:a16="http://schemas.microsoft.com/office/drawing/2014/main" id="{1DBC2EAE-DEB7-46BF-8CAB-BDD23322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67875" y="3741600"/>
            <a:ext cx="1027500" cy="10275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40">
            <a:extLst xmlns:a="http://schemas.openxmlformats.org/drawingml/2006/main">
              <a:ext uri="{FF2B5EF4-FFF2-40B4-BE49-F238E27FC236}">
                <a16:creationId xmlns:a16="http://schemas.microsoft.com/office/drawing/2014/main" id="{10F1F3A2-A869-4E96-BD2B-5CF930D06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9950" y="998400"/>
            <a:ext cx="1027500" cy="10275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40">
            <a:extLst xmlns:a="http://schemas.openxmlformats.org/drawingml/2006/main">
              <a:ext uri="{FF2B5EF4-FFF2-40B4-BE49-F238E27FC236}">
                <a16:creationId xmlns:a16="http://schemas.microsoft.com/office/drawing/2014/main" id="{C541DB01-F881-41AA-86C9-63E22E3901B2}"/>
              </a:ext>
            </a:extLst>
          </p:cNvPr>
          <p:cNvSpPr>
            <a:spLocks xmlns:a="http://schemas.openxmlformats.org/drawingml/2006/main" noGrp="1"/>
          </p:cNvSpPr>
          <p:nvPr>
            <p:ph type="ctrTitle" idx="6"/>
          </p:nvPr>
        </p:nvSpPr>
        <p:spPr>
          <a:xfrm xmlns:a="http://schemas.openxmlformats.org/drawingml/2006/main">
            <a:off x="13657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21" name="Google Shape;321;p40">
            <a:extLst xmlns:a="http://schemas.openxmlformats.org/drawingml/2006/main">
              <a:ext uri="{FF2B5EF4-FFF2-40B4-BE49-F238E27FC236}">
                <a16:creationId xmlns:a16="http://schemas.microsoft.com/office/drawing/2014/main" id="{1498CEF3-1161-4210-917B-D6D4E1C8B4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0.xml><?xml version="1.0" encoding="utf-8"?>
<p:sldLayout xmlns:p="http://schemas.openxmlformats.org/presentationml/2006/main" matchingName="Numbers and Text 4">
  <p:cSld name="CUSTOM_44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3" name="Google Shape;323;p41">
            <a:extLst xmlns:a="http://schemas.openxmlformats.org/drawingml/2006/main">
              <a:ext uri="{FF2B5EF4-FFF2-40B4-BE49-F238E27FC236}">
                <a16:creationId xmlns:a16="http://schemas.microsoft.com/office/drawing/2014/main" id="{C0B5472A-6255-4692-A54D-882E6EA8E6AD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206800" y="1638038"/>
            <a:ext cx="1323600" cy="66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35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324" name="Google Shape;324;p41">
            <a:extLst xmlns:a="http://schemas.openxmlformats.org/drawingml/2006/main">
              <a:ext uri="{FF2B5EF4-FFF2-40B4-BE49-F238E27FC236}">
                <a16:creationId xmlns:a16="http://schemas.microsoft.com/office/drawing/2014/main" id="{A72A4B36-125C-43DC-8AC9-06F27285EC0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 flipH="1">
            <a:off x="2698050" y="1609200"/>
            <a:ext cx="1625700" cy="36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solidFill>
                  <a:schemeClr val="dk1"/>
                </a:solidFill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25" name="Google Shape;325;p41">
            <a:extLst xmlns:a="http://schemas.openxmlformats.org/drawingml/2006/main">
              <a:ext uri="{FF2B5EF4-FFF2-40B4-BE49-F238E27FC236}">
                <a16:creationId xmlns:a16="http://schemas.microsoft.com/office/drawing/2014/main" id="{7B91CC70-353E-4208-9CAB-BBD8790B8799}"/>
              </a:ext>
            </a:extLst>
          </p:cNvPr>
          <p:cNvSpPr>
            <a:spLocks xmlns:a="http://schemas.openxmlformats.org/drawingml/2006/main" noGrp="1"/>
          </p:cNvSpPr>
          <p:nvPr>
            <p:ph type="title" idx="2" hasCustomPrompt="1"/>
          </p:nvPr>
        </p:nvSpPr>
        <p:spPr>
          <a:xfrm xmlns:a="http://schemas.openxmlformats.org/drawingml/2006/main">
            <a:off x="1206799" y="3397300"/>
            <a:ext cx="1323600" cy="66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35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326" name="Google Shape;326;p41">
            <a:extLst xmlns:a="http://schemas.openxmlformats.org/drawingml/2006/main">
              <a:ext uri="{FF2B5EF4-FFF2-40B4-BE49-F238E27FC236}">
                <a16:creationId xmlns:a16="http://schemas.microsoft.com/office/drawing/2014/main" id="{2E536F44-8411-4E22-8954-BA064873E050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2710925" y="3385700"/>
            <a:ext cx="1625700" cy="36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solidFill>
                  <a:schemeClr val="dk1"/>
                </a:solidFill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27" name="Google Shape;327;p41">
            <a:extLst xmlns:a="http://schemas.openxmlformats.org/drawingml/2006/main">
              <a:ext uri="{FF2B5EF4-FFF2-40B4-BE49-F238E27FC236}">
                <a16:creationId xmlns:a16="http://schemas.microsoft.com/office/drawing/2014/main" id="{B5AC7DFA-4989-436E-957B-F2FD11A38982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 flipH="1">
            <a:off x="2703596" y="1961357"/>
            <a:ext cx="1599000" cy="617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28" name="Google Shape;328;p41">
            <a:extLst xmlns:a="http://schemas.openxmlformats.org/drawingml/2006/main">
              <a:ext uri="{FF2B5EF4-FFF2-40B4-BE49-F238E27FC236}">
                <a16:creationId xmlns:a16="http://schemas.microsoft.com/office/drawing/2014/main" id="{30021160-3914-4783-A3F0-AA8A186DD81C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2710925" y="3744275"/>
            <a:ext cx="1625700" cy="66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29" name="Google Shape;329;p41">
            <a:extLst xmlns:a="http://schemas.openxmlformats.org/drawingml/2006/main">
              <a:ext uri="{FF2B5EF4-FFF2-40B4-BE49-F238E27FC236}">
                <a16:creationId xmlns:a16="http://schemas.microsoft.com/office/drawing/2014/main" id="{28C38395-9F98-4034-B96B-3D7BC8FA3A0D}"/>
              </a:ext>
            </a:extLst>
          </p:cNvPr>
          <p:cNvSpPr>
            <a:spLocks xmlns:a="http://schemas.openxmlformats.org/drawingml/2006/main" noGrp="1"/>
          </p:cNvSpPr>
          <p:nvPr>
            <p:ph type="ctrTitle" idx="6"/>
          </p:nvPr>
        </p:nvSpPr>
        <p:spPr>
          <a:xfrm xmlns:a="http://schemas.openxmlformats.org/drawingml/2006/main">
            <a:off x="13657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30" name="Google Shape;330;p41">
            <a:extLst xmlns:a="http://schemas.openxmlformats.org/drawingml/2006/main">
              <a:ext uri="{FF2B5EF4-FFF2-40B4-BE49-F238E27FC236}">
                <a16:creationId xmlns:a16="http://schemas.microsoft.com/office/drawing/2014/main" id="{67568517-431F-44D3-A78D-789F948B97E7}"/>
              </a:ext>
            </a:extLst>
          </p:cNvPr>
          <p:cNvSpPr>
            <a:spLocks xmlns:a="http://schemas.openxmlformats.org/drawingml/2006/main" noGrp="1"/>
          </p:cNvSpPr>
          <p:nvPr>
            <p:ph type="title" idx="7" hasCustomPrompt="1"/>
          </p:nvPr>
        </p:nvSpPr>
        <p:spPr>
          <a:xfrm xmlns:a="http://schemas.openxmlformats.org/drawingml/2006/main">
            <a:off x="4869000" y="1633013"/>
            <a:ext cx="1323600" cy="66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35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331" name="Google Shape;331;p41">
            <a:extLst xmlns:a="http://schemas.openxmlformats.org/drawingml/2006/main">
              <a:ext uri="{FF2B5EF4-FFF2-40B4-BE49-F238E27FC236}">
                <a16:creationId xmlns:a16="http://schemas.microsoft.com/office/drawing/2014/main" id="{234D8D49-5E8D-4711-A8F0-26AECDC96A0F}"/>
              </a:ext>
            </a:extLst>
          </p:cNvPr>
          <p:cNvSpPr>
            <a:spLocks xmlns:a="http://schemas.openxmlformats.org/drawingml/2006/main" noGrp="1"/>
          </p:cNvSpPr>
          <p:nvPr>
            <p:ph type="subTitle" idx="8"/>
          </p:nvPr>
        </p:nvSpPr>
        <p:spPr>
          <a:xfrm xmlns:a="http://schemas.openxmlformats.org/drawingml/2006/main" flipH="1">
            <a:off x="6411925" y="1609450"/>
            <a:ext cx="1608000" cy="36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solidFill>
                  <a:schemeClr val="dk1"/>
                </a:solidFill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32" name="Google Shape;332;p41">
            <a:extLst xmlns:a="http://schemas.openxmlformats.org/drawingml/2006/main">
              <a:ext uri="{FF2B5EF4-FFF2-40B4-BE49-F238E27FC236}">
                <a16:creationId xmlns:a16="http://schemas.microsoft.com/office/drawing/2014/main" id="{DF27EB2C-72C3-4DCD-AA64-07F53C4F1538}"/>
              </a:ext>
            </a:extLst>
          </p:cNvPr>
          <p:cNvSpPr>
            <a:spLocks xmlns:a="http://schemas.openxmlformats.org/drawingml/2006/main" noGrp="1"/>
          </p:cNvSpPr>
          <p:nvPr>
            <p:ph type="subTitle" idx="9"/>
          </p:nvPr>
        </p:nvSpPr>
        <p:spPr>
          <a:xfrm xmlns:a="http://schemas.openxmlformats.org/drawingml/2006/main" flipH="1">
            <a:off x="6394291" y="1963250"/>
            <a:ext cx="1608000" cy="617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33" name="Google Shape;333;p41">
            <a:extLst xmlns:a="http://schemas.openxmlformats.org/drawingml/2006/main">
              <a:ext uri="{FF2B5EF4-FFF2-40B4-BE49-F238E27FC236}">
                <a16:creationId xmlns:a16="http://schemas.microsoft.com/office/drawing/2014/main" id="{79B43D94-16AA-4EE2-AF3C-796E45965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7480" y="0"/>
            <a:ext cx="955500" cy="9555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41">
            <a:extLst xmlns:a="http://schemas.openxmlformats.org/drawingml/2006/main">
              <a:ext uri="{FF2B5EF4-FFF2-40B4-BE49-F238E27FC236}">
                <a16:creationId xmlns:a16="http://schemas.microsoft.com/office/drawing/2014/main" id="{903C2024-1559-4EA6-B011-B0162961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4252800"/>
            <a:ext cx="890700" cy="8907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41">
            <a:extLst xmlns:a="http://schemas.openxmlformats.org/drawingml/2006/main">
              <a:ext uri="{FF2B5EF4-FFF2-40B4-BE49-F238E27FC236}">
                <a16:creationId xmlns:a16="http://schemas.microsoft.com/office/drawing/2014/main" id="{1E9725BC-83AE-4050-907C-F68775EAFFAF}"/>
              </a:ext>
            </a:extLst>
          </p:cNvPr>
          <p:cNvSpPr>
            <a:spLocks xmlns:a="http://schemas.openxmlformats.org/drawingml/2006/main" noGrp="1"/>
          </p:cNvSpPr>
          <p:nvPr>
            <p:ph type="title" idx="13" hasCustomPrompt="1"/>
          </p:nvPr>
        </p:nvSpPr>
        <p:spPr>
          <a:xfrm xmlns:a="http://schemas.openxmlformats.org/drawingml/2006/main">
            <a:off x="4869000" y="3397300"/>
            <a:ext cx="1323600" cy="66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35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336" name="Google Shape;336;p41">
            <a:extLst xmlns:a="http://schemas.openxmlformats.org/drawingml/2006/main">
              <a:ext uri="{FF2B5EF4-FFF2-40B4-BE49-F238E27FC236}">
                <a16:creationId xmlns:a16="http://schemas.microsoft.com/office/drawing/2014/main" id="{120F9804-51E4-4181-8D0A-4F9B1A2AD818}"/>
              </a:ext>
            </a:extLst>
          </p:cNvPr>
          <p:cNvSpPr>
            <a:spLocks xmlns:a="http://schemas.openxmlformats.org/drawingml/2006/main" noGrp="1"/>
          </p:cNvSpPr>
          <p:nvPr>
            <p:ph type="subTitle" idx="14"/>
          </p:nvPr>
        </p:nvSpPr>
        <p:spPr>
          <a:xfrm xmlns:a="http://schemas.openxmlformats.org/drawingml/2006/main" flipH="1">
            <a:off x="6383773" y="3393175"/>
            <a:ext cx="1617900" cy="36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solidFill>
                  <a:schemeClr val="dk1"/>
                </a:solidFill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37" name="Google Shape;337;p41">
            <a:extLst xmlns:a="http://schemas.openxmlformats.org/drawingml/2006/main">
              <a:ext uri="{FF2B5EF4-FFF2-40B4-BE49-F238E27FC236}">
                <a16:creationId xmlns:a16="http://schemas.microsoft.com/office/drawing/2014/main" id="{5E146C74-0E51-4F61-9F54-D72FB9CD7EC0}"/>
              </a:ext>
            </a:extLst>
          </p:cNvPr>
          <p:cNvSpPr>
            <a:spLocks xmlns:a="http://schemas.openxmlformats.org/drawingml/2006/main" noGrp="1"/>
          </p:cNvSpPr>
          <p:nvPr>
            <p:ph type="subTitle" idx="15"/>
          </p:nvPr>
        </p:nvSpPr>
        <p:spPr>
          <a:xfrm xmlns:a="http://schemas.openxmlformats.org/drawingml/2006/main" flipH="1">
            <a:off x="6391625" y="3734580"/>
            <a:ext cx="1617900" cy="617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38" name="Google Shape;338;p41">
            <a:extLst xmlns:a="http://schemas.openxmlformats.org/drawingml/2006/main">
              <a:ext uri="{FF2B5EF4-FFF2-40B4-BE49-F238E27FC236}">
                <a16:creationId xmlns:a16="http://schemas.microsoft.com/office/drawing/2014/main" id="{94BD3E70-68D7-44A5-BA59-C9317F3E04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1.xml><?xml version="1.0" encoding="utf-8"?>
<p:sldLayout xmlns:p="http://schemas.openxmlformats.org/presentationml/2006/main" matchingName="Title and Three Columns 3">
  <p:cSld name="CUSTOM_13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0" name="Google Shape;340;p42">
            <a:extLst xmlns:a="http://schemas.openxmlformats.org/drawingml/2006/main">
              <a:ext uri="{FF2B5EF4-FFF2-40B4-BE49-F238E27FC236}">
                <a16:creationId xmlns:a16="http://schemas.microsoft.com/office/drawing/2014/main" id="{37099E38-FF4F-41BE-8227-8C876EC8EF5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978750" y="2284840"/>
            <a:ext cx="1578000" cy="27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341" name="Google Shape;341;p42">
            <a:extLst xmlns:a="http://schemas.openxmlformats.org/drawingml/2006/main">
              <a:ext uri="{FF2B5EF4-FFF2-40B4-BE49-F238E27FC236}">
                <a16:creationId xmlns:a16="http://schemas.microsoft.com/office/drawing/2014/main" id="{B44F18D0-23A2-4520-AAFD-FE0C97A83F6D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3743100" y="2201140"/>
            <a:ext cx="1657800" cy="3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342" name="Google Shape;342;p42">
            <a:extLst xmlns:a="http://schemas.openxmlformats.org/drawingml/2006/main">
              <a:ext uri="{FF2B5EF4-FFF2-40B4-BE49-F238E27FC236}">
                <a16:creationId xmlns:a16="http://schemas.microsoft.com/office/drawing/2014/main" id="{C4F5ACC1-72C1-47B5-938A-4CB53F40F892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6547400" y="2284840"/>
            <a:ext cx="1657800" cy="27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343" name="Google Shape;343;p42">
            <a:extLst xmlns:a="http://schemas.openxmlformats.org/drawingml/2006/main">
              <a:ext uri="{FF2B5EF4-FFF2-40B4-BE49-F238E27FC236}">
                <a16:creationId xmlns:a16="http://schemas.microsoft.com/office/drawing/2014/main" id="{A136146E-4061-4E84-AD84-1B8D0A0CC05A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896100" y="2461475"/>
            <a:ext cx="1743300" cy="126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44" name="Google Shape;344;p42">
            <a:extLst xmlns:a="http://schemas.openxmlformats.org/drawingml/2006/main">
              <a:ext uri="{FF2B5EF4-FFF2-40B4-BE49-F238E27FC236}">
                <a16:creationId xmlns:a16="http://schemas.microsoft.com/office/drawing/2014/main" id="{0D142EB2-E4AF-4547-B322-57A3FD81AEBD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3700350" y="2461475"/>
            <a:ext cx="1743300" cy="126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45" name="Google Shape;345;p42">
            <a:extLst xmlns:a="http://schemas.openxmlformats.org/drawingml/2006/main">
              <a:ext uri="{FF2B5EF4-FFF2-40B4-BE49-F238E27FC236}">
                <a16:creationId xmlns:a16="http://schemas.microsoft.com/office/drawing/2014/main" id="{CBB7D68A-A964-4A62-92F2-D77DE58BA6A3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6504650" y="2461475"/>
            <a:ext cx="1743300" cy="126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46" name="Google Shape;346;p42">
            <a:extLst xmlns:a="http://schemas.openxmlformats.org/drawingml/2006/main">
              <a:ext uri="{FF2B5EF4-FFF2-40B4-BE49-F238E27FC236}">
                <a16:creationId xmlns:a16="http://schemas.microsoft.com/office/drawing/2014/main" id="{E9B2C2F4-8D3C-4A60-813C-E8F90FEB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-284275" y="719125"/>
            <a:ext cx="692400" cy="6924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42">
            <a:extLst xmlns:a="http://schemas.openxmlformats.org/drawingml/2006/main">
              <a:ext uri="{FF2B5EF4-FFF2-40B4-BE49-F238E27FC236}">
                <a16:creationId xmlns:a16="http://schemas.microsoft.com/office/drawing/2014/main" id="{641D83D5-8117-4977-9DC7-01DC1416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8885400" y="4066125"/>
            <a:ext cx="692400" cy="6924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42">
            <a:extLst xmlns:a="http://schemas.openxmlformats.org/drawingml/2006/main">
              <a:ext uri="{FF2B5EF4-FFF2-40B4-BE49-F238E27FC236}">
                <a16:creationId xmlns:a16="http://schemas.microsoft.com/office/drawing/2014/main" id="{50DA67EA-4D8D-4F46-A29F-43F10BE8282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657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49" name="Google Shape;349;p42">
            <a:extLst xmlns:a="http://schemas.openxmlformats.org/drawingml/2006/main">
              <a:ext uri="{FF2B5EF4-FFF2-40B4-BE49-F238E27FC236}">
                <a16:creationId xmlns:a16="http://schemas.microsoft.com/office/drawing/2014/main" id="{A0D9BE9A-57D1-4913-A0C9-2F2CFB17070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2.xml><?xml version="1.0" encoding="utf-8"?>
<p:sldLayout xmlns:p="http://schemas.openxmlformats.org/presentationml/2006/main" matchingName="Title and Six Columns 1">
  <p:cSld name="CUSTOM_18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1" name="Google Shape;351;p43">
            <a:extLst xmlns:a="http://schemas.openxmlformats.org/drawingml/2006/main">
              <a:ext uri="{FF2B5EF4-FFF2-40B4-BE49-F238E27FC236}">
                <a16:creationId xmlns:a16="http://schemas.microsoft.com/office/drawing/2014/main" id="{C5624966-DB0A-4842-9A7B-BBF74535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8901525" y="3692400"/>
            <a:ext cx="955500" cy="9555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43">
            <a:extLst xmlns:a="http://schemas.openxmlformats.org/drawingml/2006/main">
              <a:ext uri="{FF2B5EF4-FFF2-40B4-BE49-F238E27FC236}">
                <a16:creationId xmlns:a16="http://schemas.microsoft.com/office/drawing/2014/main" id="{195FFAC0-4D63-4A5B-9432-0526C937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86150" y="722750"/>
            <a:ext cx="890700" cy="8907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43">
            <a:extLst xmlns:a="http://schemas.openxmlformats.org/drawingml/2006/main">
              <a:ext uri="{FF2B5EF4-FFF2-40B4-BE49-F238E27FC236}">
                <a16:creationId xmlns:a16="http://schemas.microsoft.com/office/drawing/2014/main" id="{9E7631A7-867C-4808-8033-A436755AEBA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65726" y="327500"/>
            <a:ext cx="6412500" cy="946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54" name="Google Shape;354;p43">
            <a:extLst xmlns:a="http://schemas.openxmlformats.org/drawingml/2006/main">
              <a:ext uri="{FF2B5EF4-FFF2-40B4-BE49-F238E27FC236}">
                <a16:creationId xmlns:a16="http://schemas.microsoft.com/office/drawing/2014/main" id="{870793A8-4D00-4938-864F-0F7FC97499F9}"/>
              </a:ext>
            </a:extLst>
          </p:cNvPr>
          <p:cNvSpPr>
            <a:spLocks xmlns:a="http://schemas.openxmlformats.org/drawingml/2006/main" noGrp="1"/>
          </p:cNvSpPr>
          <p:nvPr>
            <p:ph type="ctrTitle" idx="2"/>
          </p:nvPr>
        </p:nvSpPr>
        <p:spPr>
          <a:xfrm xmlns:a="http://schemas.openxmlformats.org/drawingml/2006/main">
            <a:off x="1148350" y="1558375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55" name="Google Shape;355;p43">
            <a:extLst xmlns:a="http://schemas.openxmlformats.org/drawingml/2006/main">
              <a:ext uri="{FF2B5EF4-FFF2-40B4-BE49-F238E27FC236}">
                <a16:creationId xmlns:a16="http://schemas.microsoft.com/office/drawing/2014/main" id="{02893DF5-B59D-4B6A-BB20-F6D78A19499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8400" y="1908605"/>
            <a:ext cx="15633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56" name="Google Shape;356;p43">
            <a:extLst xmlns:a="http://schemas.openxmlformats.org/drawingml/2006/main">
              <a:ext uri="{FF2B5EF4-FFF2-40B4-BE49-F238E27FC236}">
                <a16:creationId xmlns:a16="http://schemas.microsoft.com/office/drawing/2014/main" id="{4E9355EB-B6DE-4A37-A4F7-C2F4C6A9F4A7}"/>
              </a:ext>
            </a:extLst>
          </p:cNvPr>
          <p:cNvSpPr>
            <a:spLocks xmlns:a="http://schemas.openxmlformats.org/drawingml/2006/main" noGrp="1"/>
          </p:cNvSpPr>
          <p:nvPr>
            <p:ph type="ctrTitle" idx="3"/>
          </p:nvPr>
        </p:nvSpPr>
        <p:spPr>
          <a:xfrm xmlns:a="http://schemas.openxmlformats.org/drawingml/2006/main">
            <a:off x="3720650" y="1558375"/>
            <a:ext cx="17028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57" name="Google Shape;357;p43">
            <a:extLst xmlns:a="http://schemas.openxmlformats.org/drawingml/2006/main">
              <a:ext uri="{FF2B5EF4-FFF2-40B4-BE49-F238E27FC236}">
                <a16:creationId xmlns:a16="http://schemas.microsoft.com/office/drawing/2014/main" id="{071A256E-50F2-4EB9-8813-C512BFC934D2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3720649" y="1908605"/>
            <a:ext cx="17028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58" name="Google Shape;358;p43">
            <a:extLst xmlns:a="http://schemas.openxmlformats.org/drawingml/2006/main">
              <a:ext uri="{FF2B5EF4-FFF2-40B4-BE49-F238E27FC236}">
                <a16:creationId xmlns:a16="http://schemas.microsoft.com/office/drawing/2014/main" id="{A09D285C-A5B1-4C7C-9049-BC34B71F0A09}"/>
              </a:ext>
            </a:extLst>
          </p:cNvPr>
          <p:cNvSpPr>
            <a:spLocks xmlns:a="http://schemas.openxmlformats.org/drawingml/2006/main" noGrp="1"/>
          </p:cNvSpPr>
          <p:nvPr>
            <p:ph type="ctrTitle" idx="5"/>
          </p:nvPr>
        </p:nvSpPr>
        <p:spPr>
          <a:xfrm xmlns:a="http://schemas.openxmlformats.org/drawingml/2006/main">
            <a:off x="6432350" y="1558375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59" name="Google Shape;359;p43">
            <a:extLst xmlns:a="http://schemas.openxmlformats.org/drawingml/2006/main">
              <a:ext uri="{FF2B5EF4-FFF2-40B4-BE49-F238E27FC236}">
                <a16:creationId xmlns:a16="http://schemas.microsoft.com/office/drawing/2014/main" id="{ECE82611-C426-4EFF-BC2D-177EB6838B64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6432351" y="1908605"/>
            <a:ext cx="15633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60" name="Google Shape;360;p43">
            <a:extLst xmlns:a="http://schemas.openxmlformats.org/drawingml/2006/main">
              <a:ext uri="{FF2B5EF4-FFF2-40B4-BE49-F238E27FC236}">
                <a16:creationId xmlns:a16="http://schemas.microsoft.com/office/drawing/2014/main" id="{1059205C-9F58-4731-ABE5-6F8CCA02ACE7}"/>
              </a:ext>
            </a:extLst>
          </p:cNvPr>
          <p:cNvSpPr>
            <a:spLocks xmlns:a="http://schemas.openxmlformats.org/drawingml/2006/main" noGrp="1"/>
          </p:cNvSpPr>
          <p:nvPr>
            <p:ph type="ctrTitle" idx="7"/>
          </p:nvPr>
        </p:nvSpPr>
        <p:spPr>
          <a:xfrm xmlns:a="http://schemas.openxmlformats.org/drawingml/2006/main">
            <a:off x="1148400" y="3218850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61" name="Google Shape;361;p43">
            <a:extLst xmlns:a="http://schemas.openxmlformats.org/drawingml/2006/main">
              <a:ext uri="{FF2B5EF4-FFF2-40B4-BE49-F238E27FC236}">
                <a16:creationId xmlns:a16="http://schemas.microsoft.com/office/drawing/2014/main" id="{40AC06F4-C1E4-4165-9670-94BE7D7AF82D}"/>
              </a:ext>
            </a:extLst>
          </p:cNvPr>
          <p:cNvSpPr>
            <a:spLocks xmlns:a="http://schemas.openxmlformats.org/drawingml/2006/main" noGrp="1"/>
          </p:cNvSpPr>
          <p:nvPr>
            <p:ph type="subTitle" idx="8"/>
          </p:nvPr>
        </p:nvSpPr>
        <p:spPr>
          <a:xfrm xmlns:a="http://schemas.openxmlformats.org/drawingml/2006/main">
            <a:off x="1148400" y="3578951"/>
            <a:ext cx="1563300" cy="52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62" name="Google Shape;362;p43">
            <a:extLst xmlns:a="http://schemas.openxmlformats.org/drawingml/2006/main">
              <a:ext uri="{FF2B5EF4-FFF2-40B4-BE49-F238E27FC236}">
                <a16:creationId xmlns:a16="http://schemas.microsoft.com/office/drawing/2014/main" id="{9B617A71-0484-44FF-8A20-E6E80D02DBD2}"/>
              </a:ext>
            </a:extLst>
          </p:cNvPr>
          <p:cNvSpPr>
            <a:spLocks xmlns:a="http://schemas.openxmlformats.org/drawingml/2006/main" noGrp="1"/>
          </p:cNvSpPr>
          <p:nvPr>
            <p:ph type="ctrTitle" idx="9"/>
          </p:nvPr>
        </p:nvSpPr>
        <p:spPr>
          <a:xfrm xmlns:a="http://schemas.openxmlformats.org/drawingml/2006/main">
            <a:off x="3790375" y="3218850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63" name="Google Shape;363;p43">
            <a:extLst xmlns:a="http://schemas.openxmlformats.org/drawingml/2006/main">
              <a:ext uri="{FF2B5EF4-FFF2-40B4-BE49-F238E27FC236}">
                <a16:creationId xmlns:a16="http://schemas.microsoft.com/office/drawing/2014/main" id="{C03CCA2D-C755-41F4-8911-03D37A8B136E}"/>
              </a:ext>
            </a:extLst>
          </p:cNvPr>
          <p:cNvSpPr>
            <a:spLocks xmlns:a="http://schemas.openxmlformats.org/drawingml/2006/main" noGrp="1"/>
          </p:cNvSpPr>
          <p:nvPr>
            <p:ph type="subTitle" idx="13"/>
          </p:nvPr>
        </p:nvSpPr>
        <p:spPr>
          <a:xfrm xmlns:a="http://schemas.openxmlformats.org/drawingml/2006/main">
            <a:off x="3790381" y="3578951"/>
            <a:ext cx="1563300" cy="52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64" name="Google Shape;364;p43">
            <a:extLst xmlns:a="http://schemas.openxmlformats.org/drawingml/2006/main">
              <a:ext uri="{FF2B5EF4-FFF2-40B4-BE49-F238E27FC236}">
                <a16:creationId xmlns:a16="http://schemas.microsoft.com/office/drawing/2014/main" id="{17FB177E-F766-446D-A0C4-A3B817842BC2}"/>
              </a:ext>
            </a:extLst>
          </p:cNvPr>
          <p:cNvSpPr>
            <a:spLocks xmlns:a="http://schemas.openxmlformats.org/drawingml/2006/main" noGrp="1"/>
          </p:cNvSpPr>
          <p:nvPr>
            <p:ph type="ctrTitle" idx="14"/>
          </p:nvPr>
        </p:nvSpPr>
        <p:spPr>
          <a:xfrm xmlns:a="http://schemas.openxmlformats.org/drawingml/2006/main">
            <a:off x="6432350" y="3218850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65" name="Google Shape;365;p43">
            <a:extLst xmlns:a="http://schemas.openxmlformats.org/drawingml/2006/main">
              <a:ext uri="{FF2B5EF4-FFF2-40B4-BE49-F238E27FC236}">
                <a16:creationId xmlns:a16="http://schemas.microsoft.com/office/drawing/2014/main" id="{5C5673EF-4E33-488F-B4C9-A6BC1AB25335}"/>
              </a:ext>
            </a:extLst>
          </p:cNvPr>
          <p:cNvSpPr>
            <a:spLocks xmlns:a="http://schemas.openxmlformats.org/drawingml/2006/main" noGrp="1"/>
          </p:cNvSpPr>
          <p:nvPr>
            <p:ph type="subTitle" idx="15"/>
          </p:nvPr>
        </p:nvSpPr>
        <p:spPr>
          <a:xfrm xmlns:a="http://schemas.openxmlformats.org/drawingml/2006/main">
            <a:off x="6432351" y="3578951"/>
            <a:ext cx="1563300" cy="52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66" name="Google Shape;366;p43">
            <a:extLst xmlns:a="http://schemas.openxmlformats.org/drawingml/2006/main">
              <a:ext uri="{FF2B5EF4-FFF2-40B4-BE49-F238E27FC236}">
                <a16:creationId xmlns:a16="http://schemas.microsoft.com/office/drawing/2014/main" id="{6935689A-C5B5-463B-AE97-DCE4DB2247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3.xml><?xml version="1.0" encoding="utf-8"?>
<p:sldLayout xmlns:p="http://schemas.openxmlformats.org/presentationml/2006/main" matchingName="Title and Four Columns 4">
  <p:cSld name="CUSTOM_48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8" name="Google Shape;368;p44">
            <a:extLst xmlns:a="http://schemas.openxmlformats.org/drawingml/2006/main">
              <a:ext uri="{FF2B5EF4-FFF2-40B4-BE49-F238E27FC236}">
                <a16:creationId xmlns:a16="http://schemas.microsoft.com/office/drawing/2014/main" id="{8D4AF8AC-773D-4B77-91C8-EC84C3FD4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775" y="-844875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44">
            <a:extLst xmlns:a="http://schemas.openxmlformats.org/drawingml/2006/main">
              <a:ext uri="{FF2B5EF4-FFF2-40B4-BE49-F238E27FC236}">
                <a16:creationId xmlns:a16="http://schemas.microsoft.com/office/drawing/2014/main" id="{16B58152-8F23-4712-845C-45EFF62C8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5175" y="4768200"/>
            <a:ext cx="890700" cy="8907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44">
            <a:extLst xmlns:a="http://schemas.openxmlformats.org/drawingml/2006/main">
              <a:ext uri="{FF2B5EF4-FFF2-40B4-BE49-F238E27FC236}">
                <a16:creationId xmlns:a16="http://schemas.microsoft.com/office/drawing/2014/main" id="{088325FA-17D6-4A35-88A8-29E52D338E4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2448222" y="1578804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71" name="Google Shape;371;p44">
            <a:extLst xmlns:a="http://schemas.openxmlformats.org/drawingml/2006/main">
              <a:ext uri="{FF2B5EF4-FFF2-40B4-BE49-F238E27FC236}">
                <a16:creationId xmlns:a16="http://schemas.microsoft.com/office/drawing/2014/main" id="{5F5DEB77-AA45-4929-BB13-FAB45D22944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48272" y="1925698"/>
            <a:ext cx="15633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72" name="Google Shape;372;p44">
            <a:extLst xmlns:a="http://schemas.openxmlformats.org/drawingml/2006/main">
              <a:ext uri="{FF2B5EF4-FFF2-40B4-BE49-F238E27FC236}">
                <a16:creationId xmlns:a16="http://schemas.microsoft.com/office/drawing/2014/main" id="{C849F60F-F4E5-4039-92A7-5265CFCEA184}"/>
              </a:ext>
            </a:extLst>
          </p:cNvPr>
          <p:cNvSpPr>
            <a:spLocks xmlns:a="http://schemas.openxmlformats.org/drawingml/2006/main" noGrp="1"/>
          </p:cNvSpPr>
          <p:nvPr>
            <p:ph type="ctrTitle" idx="2"/>
          </p:nvPr>
        </p:nvSpPr>
        <p:spPr>
          <a:xfrm xmlns:a="http://schemas.openxmlformats.org/drawingml/2006/main">
            <a:off x="5124776" y="1579870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73" name="Google Shape;373;p44">
            <a:extLst xmlns:a="http://schemas.openxmlformats.org/drawingml/2006/main">
              <a:ext uri="{FF2B5EF4-FFF2-40B4-BE49-F238E27FC236}">
                <a16:creationId xmlns:a16="http://schemas.microsoft.com/office/drawing/2014/main" id="{0C455855-8C21-44CD-BE4C-707A69B8763B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5124789" y="1926764"/>
            <a:ext cx="15633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74" name="Google Shape;374;p44">
            <a:extLst xmlns:a="http://schemas.openxmlformats.org/drawingml/2006/main">
              <a:ext uri="{FF2B5EF4-FFF2-40B4-BE49-F238E27FC236}">
                <a16:creationId xmlns:a16="http://schemas.microsoft.com/office/drawing/2014/main" id="{2CCE6980-40F9-4841-A043-C255E1E29063}"/>
              </a:ext>
            </a:extLst>
          </p:cNvPr>
          <p:cNvSpPr>
            <a:spLocks xmlns:a="http://schemas.openxmlformats.org/drawingml/2006/main" noGrp="1"/>
          </p:cNvSpPr>
          <p:nvPr>
            <p:ph type="ctrTitle" idx="4"/>
          </p:nvPr>
        </p:nvSpPr>
        <p:spPr>
          <a:xfrm xmlns:a="http://schemas.openxmlformats.org/drawingml/2006/main">
            <a:off x="2457344" y="3117721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75" name="Google Shape;375;p44">
            <a:extLst xmlns:a="http://schemas.openxmlformats.org/drawingml/2006/main">
              <a:ext uri="{FF2B5EF4-FFF2-40B4-BE49-F238E27FC236}">
                <a16:creationId xmlns:a16="http://schemas.microsoft.com/office/drawing/2014/main" id="{6B5DCB81-1217-4247-BD0A-5011BC763A10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2457344" y="3477607"/>
            <a:ext cx="1563300" cy="52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76" name="Google Shape;376;p44">
            <a:extLst xmlns:a="http://schemas.openxmlformats.org/drawingml/2006/main">
              <a:ext uri="{FF2B5EF4-FFF2-40B4-BE49-F238E27FC236}">
                <a16:creationId xmlns:a16="http://schemas.microsoft.com/office/drawing/2014/main" id="{9AF629BC-D003-4CA0-8BD0-2BC25B892B66}"/>
              </a:ext>
            </a:extLst>
          </p:cNvPr>
          <p:cNvSpPr>
            <a:spLocks xmlns:a="http://schemas.openxmlformats.org/drawingml/2006/main" noGrp="1"/>
          </p:cNvSpPr>
          <p:nvPr>
            <p:ph type="ctrTitle" idx="6"/>
          </p:nvPr>
        </p:nvSpPr>
        <p:spPr>
          <a:xfrm xmlns:a="http://schemas.openxmlformats.org/drawingml/2006/main">
            <a:off x="5124783" y="3117721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77" name="Google Shape;377;p44">
            <a:extLst xmlns:a="http://schemas.openxmlformats.org/drawingml/2006/main">
              <a:ext uri="{FF2B5EF4-FFF2-40B4-BE49-F238E27FC236}">
                <a16:creationId xmlns:a16="http://schemas.microsoft.com/office/drawing/2014/main" id="{93C0F871-8CB4-4200-86AF-9E2C84C784BF}"/>
              </a:ext>
            </a:extLst>
          </p:cNvPr>
          <p:cNvSpPr>
            <a:spLocks xmlns:a="http://schemas.openxmlformats.org/drawingml/2006/main" noGrp="1"/>
          </p:cNvSpPr>
          <p:nvPr>
            <p:ph type="subTitle" idx="7"/>
          </p:nvPr>
        </p:nvSpPr>
        <p:spPr>
          <a:xfrm xmlns:a="http://schemas.openxmlformats.org/drawingml/2006/main">
            <a:off x="5124789" y="3477607"/>
            <a:ext cx="1563300" cy="52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78" name="Google Shape;378;p44">
            <a:extLst xmlns:a="http://schemas.openxmlformats.org/drawingml/2006/main">
              <a:ext uri="{FF2B5EF4-FFF2-40B4-BE49-F238E27FC236}">
                <a16:creationId xmlns:a16="http://schemas.microsoft.com/office/drawing/2014/main" id="{0F1A8C1B-5042-4A09-A132-4D3D9AB5FD55}"/>
              </a:ext>
            </a:extLst>
          </p:cNvPr>
          <p:cNvSpPr>
            <a:spLocks xmlns:a="http://schemas.openxmlformats.org/drawingml/2006/main" noGrp="1"/>
          </p:cNvSpPr>
          <p:nvPr>
            <p:ph type="ctrTitle" idx="8"/>
          </p:nvPr>
        </p:nvSpPr>
        <p:spPr>
          <a:xfrm xmlns:a="http://schemas.openxmlformats.org/drawingml/2006/main">
            <a:off x="13657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79" name="Google Shape;379;p44">
            <a:extLst xmlns:a="http://schemas.openxmlformats.org/drawingml/2006/main">
              <a:ext uri="{FF2B5EF4-FFF2-40B4-BE49-F238E27FC236}">
                <a16:creationId xmlns:a16="http://schemas.microsoft.com/office/drawing/2014/main" id="{1B4D5C7A-D204-4344-81AB-683298DAB5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4.xml><?xml version="1.0" encoding="utf-8"?>
<p:sldLayout xmlns:p="http://schemas.openxmlformats.org/presentationml/2006/main" matchingName="Title and Four Columns 5">
  <p:cSld name="CUSTOM_25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1" name="Google Shape;381;p45">
            <a:extLst xmlns:a="http://schemas.openxmlformats.org/drawingml/2006/main">
              <a:ext uri="{FF2B5EF4-FFF2-40B4-BE49-F238E27FC236}">
                <a16:creationId xmlns:a16="http://schemas.microsoft.com/office/drawing/2014/main" id="{79C47ABA-3348-4B20-810A-179FC429C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600" y="-1024675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45">
            <a:extLst xmlns:a="http://schemas.openxmlformats.org/drawingml/2006/main">
              <a:ext uri="{FF2B5EF4-FFF2-40B4-BE49-F238E27FC236}">
                <a16:creationId xmlns:a16="http://schemas.microsoft.com/office/drawing/2014/main" id="{5A26B45B-846F-4F43-B12D-5CC459BE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3975" y="4928725"/>
            <a:ext cx="890700" cy="8907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45">
            <a:extLst xmlns:a="http://schemas.openxmlformats.org/drawingml/2006/main">
              <a:ext uri="{FF2B5EF4-FFF2-40B4-BE49-F238E27FC236}">
                <a16:creationId xmlns:a16="http://schemas.microsoft.com/office/drawing/2014/main" id="{D5D9280F-DDBD-4208-966D-2D376165B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8901525" y="3692400"/>
            <a:ext cx="955500" cy="9555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45">
            <a:extLst xmlns:a="http://schemas.openxmlformats.org/drawingml/2006/main">
              <a:ext uri="{FF2B5EF4-FFF2-40B4-BE49-F238E27FC236}">
                <a16:creationId xmlns:a16="http://schemas.microsoft.com/office/drawing/2014/main" id="{66525161-D2F4-4EC0-8784-BAE60B7166C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65726" y="327500"/>
            <a:ext cx="6412500" cy="946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85" name="Google Shape;385;p45">
            <a:extLst xmlns:a="http://schemas.openxmlformats.org/drawingml/2006/main">
              <a:ext uri="{FF2B5EF4-FFF2-40B4-BE49-F238E27FC236}">
                <a16:creationId xmlns:a16="http://schemas.microsoft.com/office/drawing/2014/main" id="{D8DEA575-D6DC-4F2B-9E04-FC0D98B8CE25}"/>
              </a:ext>
            </a:extLst>
          </p:cNvPr>
          <p:cNvSpPr>
            <a:spLocks xmlns:a="http://schemas.openxmlformats.org/drawingml/2006/main" noGrp="1"/>
          </p:cNvSpPr>
          <p:nvPr>
            <p:ph type="ctrTitle" idx="2"/>
          </p:nvPr>
        </p:nvSpPr>
        <p:spPr>
          <a:xfrm xmlns:a="http://schemas.openxmlformats.org/drawingml/2006/main">
            <a:off x="1061109" y="1716318"/>
            <a:ext cx="17028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86" name="Google Shape;386;p45">
            <a:extLst xmlns:a="http://schemas.openxmlformats.org/drawingml/2006/main">
              <a:ext uri="{FF2B5EF4-FFF2-40B4-BE49-F238E27FC236}">
                <a16:creationId xmlns:a16="http://schemas.microsoft.com/office/drawing/2014/main" id="{726F15E8-19AB-424A-9CEC-56FB0F51142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061109" y="2066548"/>
            <a:ext cx="17028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87" name="Google Shape;387;p45">
            <a:extLst xmlns:a="http://schemas.openxmlformats.org/drawingml/2006/main">
              <a:ext uri="{FF2B5EF4-FFF2-40B4-BE49-F238E27FC236}">
                <a16:creationId xmlns:a16="http://schemas.microsoft.com/office/drawing/2014/main" id="{5DEB95BB-E909-4CD2-AFAF-5B42E95B6E93}"/>
              </a:ext>
            </a:extLst>
          </p:cNvPr>
          <p:cNvSpPr>
            <a:spLocks xmlns:a="http://schemas.openxmlformats.org/drawingml/2006/main" noGrp="1"/>
          </p:cNvSpPr>
          <p:nvPr>
            <p:ph type="ctrTitle" idx="3"/>
          </p:nvPr>
        </p:nvSpPr>
        <p:spPr>
          <a:xfrm xmlns:a="http://schemas.openxmlformats.org/drawingml/2006/main">
            <a:off x="6370325" y="1714400"/>
            <a:ext cx="17028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88" name="Google Shape;388;p45">
            <a:extLst xmlns:a="http://schemas.openxmlformats.org/drawingml/2006/main">
              <a:ext uri="{FF2B5EF4-FFF2-40B4-BE49-F238E27FC236}">
                <a16:creationId xmlns:a16="http://schemas.microsoft.com/office/drawing/2014/main" id="{FB226ECA-C7F9-487E-9F00-E90CAB50FA9B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6370327" y="2064630"/>
            <a:ext cx="17028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89" name="Google Shape;389;p45">
            <a:extLst xmlns:a="http://schemas.openxmlformats.org/drawingml/2006/main">
              <a:ext uri="{FF2B5EF4-FFF2-40B4-BE49-F238E27FC236}">
                <a16:creationId xmlns:a16="http://schemas.microsoft.com/office/drawing/2014/main" id="{6E40DCB7-CCF0-4C4F-AAD6-87538662044D}"/>
              </a:ext>
            </a:extLst>
          </p:cNvPr>
          <p:cNvSpPr>
            <a:spLocks xmlns:a="http://schemas.openxmlformats.org/drawingml/2006/main" noGrp="1"/>
          </p:cNvSpPr>
          <p:nvPr>
            <p:ph type="ctrTitle" idx="5"/>
          </p:nvPr>
        </p:nvSpPr>
        <p:spPr>
          <a:xfrm xmlns:a="http://schemas.openxmlformats.org/drawingml/2006/main">
            <a:off x="1061100" y="3332725"/>
            <a:ext cx="17028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90" name="Google Shape;390;p45">
            <a:extLst xmlns:a="http://schemas.openxmlformats.org/drawingml/2006/main">
              <a:ext uri="{FF2B5EF4-FFF2-40B4-BE49-F238E27FC236}">
                <a16:creationId xmlns:a16="http://schemas.microsoft.com/office/drawing/2014/main" id="{C1DAE5DE-5E7E-47DE-8D12-6D17F098D8A8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1061106" y="3673565"/>
            <a:ext cx="1702800" cy="52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91" name="Google Shape;391;p45">
            <a:extLst xmlns:a="http://schemas.openxmlformats.org/drawingml/2006/main">
              <a:ext uri="{FF2B5EF4-FFF2-40B4-BE49-F238E27FC236}">
                <a16:creationId xmlns:a16="http://schemas.microsoft.com/office/drawing/2014/main" id="{DB4B26F2-FB37-44B4-BF2C-CDBA41D32EEA}"/>
              </a:ext>
            </a:extLst>
          </p:cNvPr>
          <p:cNvSpPr>
            <a:spLocks xmlns:a="http://schemas.openxmlformats.org/drawingml/2006/main" noGrp="1"/>
          </p:cNvSpPr>
          <p:nvPr>
            <p:ph type="ctrTitle" idx="7"/>
          </p:nvPr>
        </p:nvSpPr>
        <p:spPr>
          <a:xfrm xmlns:a="http://schemas.openxmlformats.org/drawingml/2006/main">
            <a:off x="6372946" y="3332725"/>
            <a:ext cx="17028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92" name="Google Shape;392;p45">
            <a:extLst xmlns:a="http://schemas.openxmlformats.org/drawingml/2006/main">
              <a:ext uri="{FF2B5EF4-FFF2-40B4-BE49-F238E27FC236}">
                <a16:creationId xmlns:a16="http://schemas.microsoft.com/office/drawing/2014/main" id="{F35DD2A4-CB96-46E5-801D-7C55F5AB85FC}"/>
              </a:ext>
            </a:extLst>
          </p:cNvPr>
          <p:cNvSpPr>
            <a:spLocks xmlns:a="http://schemas.openxmlformats.org/drawingml/2006/main" noGrp="1"/>
          </p:cNvSpPr>
          <p:nvPr>
            <p:ph type="subTitle" idx="8"/>
          </p:nvPr>
        </p:nvSpPr>
        <p:spPr>
          <a:xfrm xmlns:a="http://schemas.openxmlformats.org/drawingml/2006/main">
            <a:off x="6372948" y="3673565"/>
            <a:ext cx="1702800" cy="52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93" name="Google Shape;393;p45">
            <a:extLst xmlns:a="http://schemas.openxmlformats.org/drawingml/2006/main">
              <a:ext uri="{FF2B5EF4-FFF2-40B4-BE49-F238E27FC236}">
                <a16:creationId xmlns:a16="http://schemas.microsoft.com/office/drawing/2014/main" id="{BB11807A-C5A0-4083-AE5F-355119E9EA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5.xml><?xml version="1.0" encoding="utf-8"?>
<p:sldLayout xmlns:p="http://schemas.openxmlformats.org/presentationml/2006/main" matchingName="Title and Two Columns 5">
  <p:cSld name="CUSTOM_6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5" name="Google Shape;395;p46">
            <a:extLst xmlns:a="http://schemas.openxmlformats.org/drawingml/2006/main">
              <a:ext uri="{FF2B5EF4-FFF2-40B4-BE49-F238E27FC236}">
                <a16:creationId xmlns:a16="http://schemas.microsoft.com/office/drawing/2014/main" id="{9CC69C59-93BB-4F3B-BE2B-13A172323B1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65726" y="327500"/>
            <a:ext cx="6412500" cy="946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96" name="Google Shape;396;p46">
            <a:extLst xmlns:a="http://schemas.openxmlformats.org/drawingml/2006/main">
              <a:ext uri="{FF2B5EF4-FFF2-40B4-BE49-F238E27FC236}">
                <a16:creationId xmlns:a16="http://schemas.microsoft.com/office/drawing/2014/main" id="{BC32D8D6-380B-4201-9993-2FE5E2583A9F}"/>
              </a:ext>
            </a:extLst>
          </p:cNvPr>
          <p:cNvSpPr>
            <a:spLocks xmlns:a="http://schemas.openxmlformats.org/drawingml/2006/main" noGrp="1"/>
          </p:cNvSpPr>
          <p:nvPr>
            <p:ph type="ctrTitle" idx="2"/>
          </p:nvPr>
        </p:nvSpPr>
        <p:spPr>
          <a:xfrm xmlns:a="http://schemas.openxmlformats.org/drawingml/2006/main">
            <a:off x="1501664" y="2226750"/>
            <a:ext cx="17076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97" name="Google Shape;397;p46">
            <a:extLst xmlns:a="http://schemas.openxmlformats.org/drawingml/2006/main">
              <a:ext uri="{FF2B5EF4-FFF2-40B4-BE49-F238E27FC236}">
                <a16:creationId xmlns:a16="http://schemas.microsoft.com/office/drawing/2014/main" id="{3DA93C43-EA92-412C-92A6-8B78FDB8F48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01664" y="2576977"/>
            <a:ext cx="17076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398" name="Google Shape;398;p46">
            <a:extLst xmlns:a="http://schemas.openxmlformats.org/drawingml/2006/main">
              <a:ext uri="{FF2B5EF4-FFF2-40B4-BE49-F238E27FC236}">
                <a16:creationId xmlns:a16="http://schemas.microsoft.com/office/drawing/2014/main" id="{08D53870-51FA-4FBA-8DC1-BEED72EF393A}"/>
              </a:ext>
            </a:extLst>
          </p:cNvPr>
          <p:cNvSpPr>
            <a:spLocks xmlns:a="http://schemas.openxmlformats.org/drawingml/2006/main" noGrp="1"/>
          </p:cNvSpPr>
          <p:nvPr>
            <p:ph type="ctrTitle" idx="3"/>
          </p:nvPr>
        </p:nvSpPr>
        <p:spPr>
          <a:xfrm xmlns:a="http://schemas.openxmlformats.org/drawingml/2006/main">
            <a:off x="4750883" y="2226750"/>
            <a:ext cx="17076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399" name="Google Shape;399;p46">
            <a:extLst xmlns:a="http://schemas.openxmlformats.org/drawingml/2006/main">
              <a:ext uri="{FF2B5EF4-FFF2-40B4-BE49-F238E27FC236}">
                <a16:creationId xmlns:a16="http://schemas.microsoft.com/office/drawing/2014/main" id="{B7BB416D-2C3E-4F33-8C50-12215DB9A432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4750778" y="2576975"/>
            <a:ext cx="17076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400" name="Google Shape;400;p46">
            <a:extLst xmlns:a="http://schemas.openxmlformats.org/drawingml/2006/main">
              <a:ext uri="{FF2B5EF4-FFF2-40B4-BE49-F238E27FC236}">
                <a16:creationId xmlns:a16="http://schemas.microsoft.com/office/drawing/2014/main" id="{42DE6615-40EE-4960-BB85-5F867282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581925" y="2685350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46">
            <a:extLst xmlns:a="http://schemas.openxmlformats.org/drawingml/2006/main">
              <a:ext uri="{FF2B5EF4-FFF2-40B4-BE49-F238E27FC236}">
                <a16:creationId xmlns:a16="http://schemas.microsoft.com/office/drawing/2014/main" id="{1C82C9A0-DE4B-4186-8943-E29D33ECC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700" y="-81125"/>
            <a:ext cx="890700" cy="8907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46">
            <a:extLst xmlns:a="http://schemas.openxmlformats.org/drawingml/2006/main">
              <a:ext uri="{FF2B5EF4-FFF2-40B4-BE49-F238E27FC236}">
                <a16:creationId xmlns:a16="http://schemas.microsoft.com/office/drawing/2014/main" id="{95BC8873-6397-498E-866B-1C747FD303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6.xml><?xml version="1.0" encoding="utf-8"?>
<p:sldLayout xmlns:p="http://schemas.openxmlformats.org/presentationml/2006/main" matchingName="Title and Three Columns 4">
  <p:cSld name="CUSTOM_47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4" name="Google Shape;404;p47">
            <a:extLst xmlns:a="http://schemas.openxmlformats.org/drawingml/2006/main">
              <a:ext uri="{FF2B5EF4-FFF2-40B4-BE49-F238E27FC236}">
                <a16:creationId xmlns:a16="http://schemas.microsoft.com/office/drawing/2014/main" id="{B949BC33-20C5-4573-B0B4-BA6F43FBF0B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65726" y="327500"/>
            <a:ext cx="6412500" cy="946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405" name="Google Shape;405;p47">
            <a:extLst xmlns:a="http://schemas.openxmlformats.org/drawingml/2006/main">
              <a:ext uri="{FF2B5EF4-FFF2-40B4-BE49-F238E27FC236}">
                <a16:creationId xmlns:a16="http://schemas.microsoft.com/office/drawing/2014/main" id="{4152843E-7FEC-4A4B-910A-9D049095CA0B}"/>
              </a:ext>
            </a:extLst>
          </p:cNvPr>
          <p:cNvSpPr>
            <a:spLocks xmlns:a="http://schemas.openxmlformats.org/drawingml/2006/main" noGrp="1"/>
          </p:cNvSpPr>
          <p:nvPr>
            <p:ph type="ctrTitle" idx="2"/>
          </p:nvPr>
        </p:nvSpPr>
        <p:spPr>
          <a:xfrm xmlns:a="http://schemas.openxmlformats.org/drawingml/2006/main">
            <a:off x="1986126" y="3718875"/>
            <a:ext cx="1682100" cy="4476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406" name="Google Shape;406;p47">
            <a:extLst xmlns:a="http://schemas.openxmlformats.org/drawingml/2006/main">
              <a:ext uri="{FF2B5EF4-FFF2-40B4-BE49-F238E27FC236}">
                <a16:creationId xmlns:a16="http://schemas.microsoft.com/office/drawing/2014/main" id="{881C6D82-0AB4-4CFE-945F-D3ABC1CB7C5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986000" y="4070400"/>
            <a:ext cx="16821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407" name="Google Shape;407;p47">
            <a:extLst xmlns:a="http://schemas.openxmlformats.org/drawingml/2006/main">
              <a:ext uri="{FF2B5EF4-FFF2-40B4-BE49-F238E27FC236}">
                <a16:creationId xmlns:a16="http://schemas.microsoft.com/office/drawing/2014/main" id="{AC7684F7-E2F6-4E26-AAD5-7A79FC3CC93F}"/>
              </a:ext>
            </a:extLst>
          </p:cNvPr>
          <p:cNvSpPr>
            <a:spLocks xmlns:a="http://schemas.openxmlformats.org/drawingml/2006/main" noGrp="1"/>
          </p:cNvSpPr>
          <p:nvPr>
            <p:ph type="ctrTitle" idx="3"/>
          </p:nvPr>
        </p:nvSpPr>
        <p:spPr>
          <a:xfrm xmlns:a="http://schemas.openxmlformats.org/drawingml/2006/main">
            <a:off x="1985997" y="2580911"/>
            <a:ext cx="1682100" cy="4476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408" name="Google Shape;408;p47">
            <a:extLst xmlns:a="http://schemas.openxmlformats.org/drawingml/2006/main">
              <a:ext uri="{FF2B5EF4-FFF2-40B4-BE49-F238E27FC236}">
                <a16:creationId xmlns:a16="http://schemas.microsoft.com/office/drawing/2014/main" id="{3E83B90C-4A76-42AF-8942-170D16ECADFE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1986003" y="2922398"/>
            <a:ext cx="1682100" cy="52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409" name="Google Shape;409;p47">
            <a:extLst xmlns:a="http://schemas.openxmlformats.org/drawingml/2006/main">
              <a:ext uri="{FF2B5EF4-FFF2-40B4-BE49-F238E27FC236}">
                <a16:creationId xmlns:a16="http://schemas.microsoft.com/office/drawing/2014/main" id="{B2749D99-1887-4ACA-9E3B-06C89DFB3EA2}"/>
              </a:ext>
            </a:extLst>
          </p:cNvPr>
          <p:cNvSpPr>
            <a:spLocks xmlns:a="http://schemas.openxmlformats.org/drawingml/2006/main" noGrp="1"/>
          </p:cNvSpPr>
          <p:nvPr>
            <p:ph type="ctrTitle" idx="5"/>
          </p:nvPr>
        </p:nvSpPr>
        <p:spPr>
          <a:xfrm xmlns:a="http://schemas.openxmlformats.org/drawingml/2006/main">
            <a:off x="1986000" y="1446589"/>
            <a:ext cx="1682100" cy="4476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410" name="Google Shape;410;p47">
            <a:extLst xmlns:a="http://schemas.openxmlformats.org/drawingml/2006/main">
              <a:ext uri="{FF2B5EF4-FFF2-40B4-BE49-F238E27FC236}">
                <a16:creationId xmlns:a16="http://schemas.microsoft.com/office/drawing/2014/main" id="{97C4112B-A2F3-43FE-A952-DC99F80A3F37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1986001" y="1798214"/>
            <a:ext cx="1682100" cy="52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411" name="Google Shape;411;p47">
            <a:extLst xmlns:a="http://schemas.openxmlformats.org/drawingml/2006/main">
              <a:ext uri="{FF2B5EF4-FFF2-40B4-BE49-F238E27FC236}">
                <a16:creationId xmlns:a16="http://schemas.microsoft.com/office/drawing/2014/main" id="{7C10AEEB-525A-4FC1-8731-FFA26460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0" y="0"/>
            <a:ext cx="950400" cy="9504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47">
            <a:extLst xmlns:a="http://schemas.openxmlformats.org/drawingml/2006/main">
              <a:ext uri="{FF2B5EF4-FFF2-40B4-BE49-F238E27FC236}">
                <a16:creationId xmlns:a16="http://schemas.microsoft.com/office/drawing/2014/main" id="{98266C76-D559-4B38-9904-2E30B1535CBC}"/>
              </a:ext>
            </a:extLst>
          </p:cNvPr>
          <p:cNvSpPr>
            <a:spLocks xmlns:a="http://schemas.openxmlformats.org/drawingml/2006/main" noGrp="1"/>
          </p:cNvSpPr>
          <p:nvPr>
            <p:ph type="ctrTitle" idx="7"/>
          </p:nvPr>
        </p:nvSpPr>
        <p:spPr>
          <a:xfrm xmlns:a="http://schemas.openxmlformats.org/drawingml/2006/main">
            <a:off x="670400" y="3718875"/>
            <a:ext cx="1118100" cy="44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30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413" name="Google Shape;413;p47">
            <a:extLst xmlns:a="http://schemas.openxmlformats.org/drawingml/2006/main">
              <a:ext uri="{FF2B5EF4-FFF2-40B4-BE49-F238E27FC236}">
                <a16:creationId xmlns:a16="http://schemas.microsoft.com/office/drawing/2014/main" id="{7CB9491A-53FF-4D4F-B916-0F9E922D8E6B}"/>
              </a:ext>
            </a:extLst>
          </p:cNvPr>
          <p:cNvSpPr>
            <a:spLocks xmlns:a="http://schemas.openxmlformats.org/drawingml/2006/main" noGrp="1"/>
          </p:cNvSpPr>
          <p:nvPr>
            <p:ph type="ctrTitle" idx="8"/>
          </p:nvPr>
        </p:nvSpPr>
        <p:spPr>
          <a:xfrm xmlns:a="http://schemas.openxmlformats.org/drawingml/2006/main">
            <a:off x="695989" y="2580900"/>
            <a:ext cx="1118100" cy="44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30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414" name="Google Shape;414;p47">
            <a:extLst xmlns:a="http://schemas.openxmlformats.org/drawingml/2006/main">
              <a:ext uri="{FF2B5EF4-FFF2-40B4-BE49-F238E27FC236}">
                <a16:creationId xmlns:a16="http://schemas.microsoft.com/office/drawing/2014/main" id="{B9E8341C-7E65-475D-9528-1AB53662D138}"/>
              </a:ext>
            </a:extLst>
          </p:cNvPr>
          <p:cNvSpPr>
            <a:spLocks xmlns:a="http://schemas.openxmlformats.org/drawingml/2006/main" noGrp="1"/>
          </p:cNvSpPr>
          <p:nvPr>
            <p:ph type="ctrTitle" idx="9"/>
          </p:nvPr>
        </p:nvSpPr>
        <p:spPr>
          <a:xfrm xmlns:a="http://schemas.openxmlformats.org/drawingml/2006/main">
            <a:off x="695989" y="1442925"/>
            <a:ext cx="1118100" cy="44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30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415" name="Google Shape;415;p47">
            <a:extLst xmlns:a="http://schemas.openxmlformats.org/drawingml/2006/main">
              <a:ext uri="{FF2B5EF4-FFF2-40B4-BE49-F238E27FC236}">
                <a16:creationId xmlns:a16="http://schemas.microsoft.com/office/drawing/2014/main" id="{B494061A-396F-4677-83B5-BA3550226B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7.xml><?xml version="1.0" encoding="utf-8"?>
<p:sldLayout xmlns:p="http://schemas.openxmlformats.org/presentationml/2006/main" matchingName="Title and Three Columns 5">
  <p:cSld name="CUSTOM_14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7" name="Google Shape;417;p48">
            <a:extLst xmlns:a="http://schemas.openxmlformats.org/drawingml/2006/main">
              <a:ext uri="{FF2B5EF4-FFF2-40B4-BE49-F238E27FC236}">
                <a16:creationId xmlns:a16="http://schemas.microsoft.com/office/drawing/2014/main" id="{F31BFEBD-CBBB-4831-B126-A176D5798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8586425" y="271400"/>
            <a:ext cx="885300" cy="8853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48">
            <a:extLst xmlns:a="http://schemas.openxmlformats.org/drawingml/2006/main">
              <a:ext uri="{FF2B5EF4-FFF2-40B4-BE49-F238E27FC236}">
                <a16:creationId xmlns:a16="http://schemas.microsoft.com/office/drawing/2014/main" id="{6D8E2611-BC89-436A-B696-4C8CD28F8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00200" y="3920575"/>
            <a:ext cx="890700" cy="8907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48">
            <a:extLst xmlns:a="http://schemas.openxmlformats.org/drawingml/2006/main">
              <a:ext uri="{FF2B5EF4-FFF2-40B4-BE49-F238E27FC236}">
                <a16:creationId xmlns:a16="http://schemas.microsoft.com/office/drawing/2014/main" id="{CA102353-74C6-4386-B416-DA765B57016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99050" y="3862625"/>
            <a:ext cx="2440500" cy="27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420" name="Google Shape;420;p48">
            <a:extLst xmlns:a="http://schemas.openxmlformats.org/drawingml/2006/main">
              <a:ext uri="{FF2B5EF4-FFF2-40B4-BE49-F238E27FC236}">
                <a16:creationId xmlns:a16="http://schemas.microsoft.com/office/drawing/2014/main" id="{E92906D8-5249-4282-B57E-7A9C8B30F6CA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3336550" y="3862625"/>
            <a:ext cx="2470800" cy="27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421" name="Google Shape;421;p48">
            <a:extLst xmlns:a="http://schemas.openxmlformats.org/drawingml/2006/main">
              <a:ext uri="{FF2B5EF4-FFF2-40B4-BE49-F238E27FC236}">
                <a16:creationId xmlns:a16="http://schemas.microsoft.com/office/drawing/2014/main" id="{07CEB96C-1EB4-4C89-A73F-1D6D1FE7793C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6199050" y="1247500"/>
            <a:ext cx="2440500" cy="946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422" name="Google Shape;422;p48">
            <a:extLst xmlns:a="http://schemas.openxmlformats.org/drawingml/2006/main">
              <a:ext uri="{FF2B5EF4-FFF2-40B4-BE49-F238E27FC236}">
                <a16:creationId xmlns:a16="http://schemas.microsoft.com/office/drawing/2014/main" id="{BF0EE21B-2C0C-408E-B867-96B25F7D9152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3365525" y="1247500"/>
            <a:ext cx="2412900" cy="946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423" name="Google Shape;423;p48">
            <a:extLst xmlns:a="http://schemas.openxmlformats.org/drawingml/2006/main">
              <a:ext uri="{FF2B5EF4-FFF2-40B4-BE49-F238E27FC236}">
                <a16:creationId xmlns:a16="http://schemas.microsoft.com/office/drawing/2014/main" id="{DF9D3158-99FE-460D-BE72-FFA627D56A43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678125" y="3862625"/>
            <a:ext cx="2470800" cy="27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424" name="Google Shape;424;p48">
            <a:extLst xmlns:a="http://schemas.openxmlformats.org/drawingml/2006/main">
              <a:ext uri="{FF2B5EF4-FFF2-40B4-BE49-F238E27FC236}">
                <a16:creationId xmlns:a16="http://schemas.microsoft.com/office/drawing/2014/main" id="{4C8D20F2-3DCB-4A72-A737-B1327DF8E288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707100" y="1247500"/>
            <a:ext cx="2412900" cy="946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425" name="Google Shape;425;p48">
            <a:extLst xmlns:a="http://schemas.openxmlformats.org/drawingml/2006/main">
              <a:ext uri="{FF2B5EF4-FFF2-40B4-BE49-F238E27FC236}">
                <a16:creationId xmlns:a16="http://schemas.microsoft.com/office/drawing/2014/main" id="{1B529D14-5CE5-4554-A046-0A2991F6457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657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426" name="Google Shape;426;p48">
            <a:extLst xmlns:a="http://schemas.openxmlformats.org/drawingml/2006/main">
              <a:ext uri="{FF2B5EF4-FFF2-40B4-BE49-F238E27FC236}">
                <a16:creationId xmlns:a16="http://schemas.microsoft.com/office/drawing/2014/main" id="{38E314CE-BED9-49D5-B20A-A5868AF555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8.xml><?xml version="1.0" encoding="utf-8"?>
<p:sldLayout xmlns:p="http://schemas.openxmlformats.org/presentationml/2006/main" matchingName="Title and Two Columns 6">
  <p:cSld name="CUSTOM_39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8" name="Google Shape;428;p49">
            <a:extLst xmlns:a="http://schemas.openxmlformats.org/drawingml/2006/main">
              <a:ext uri="{FF2B5EF4-FFF2-40B4-BE49-F238E27FC236}">
                <a16:creationId xmlns:a16="http://schemas.microsoft.com/office/drawing/2014/main" id="{106E24E7-ADB6-4AD7-960C-9C75E6D1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8639550" y="2252600"/>
            <a:ext cx="885300" cy="8853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49">
            <a:extLst xmlns:a="http://schemas.openxmlformats.org/drawingml/2006/main">
              <a:ext uri="{FF2B5EF4-FFF2-40B4-BE49-F238E27FC236}">
                <a16:creationId xmlns:a16="http://schemas.microsoft.com/office/drawing/2014/main" id="{87FE5294-FB48-4556-8A88-3C3401A81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-9525" y="-9525"/>
            <a:ext cx="890700" cy="8907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49">
            <a:extLst xmlns:a="http://schemas.openxmlformats.org/drawingml/2006/main">
              <a:ext uri="{FF2B5EF4-FFF2-40B4-BE49-F238E27FC236}">
                <a16:creationId xmlns:a16="http://schemas.microsoft.com/office/drawing/2014/main" id="{C0005F34-F905-45CA-B644-1A2550CE4FB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751676" y="1969738"/>
            <a:ext cx="2947500" cy="27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431" name="Google Shape;431;p49">
            <a:extLst xmlns:a="http://schemas.openxmlformats.org/drawingml/2006/main">
              <a:ext uri="{FF2B5EF4-FFF2-40B4-BE49-F238E27FC236}">
                <a16:creationId xmlns:a16="http://schemas.microsoft.com/office/drawing/2014/main" id="{3FEC6372-A918-483A-9A22-D1D325403DAD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3751675" y="1564113"/>
            <a:ext cx="2947500" cy="52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432" name="Google Shape;432;p49">
            <a:extLst xmlns:a="http://schemas.openxmlformats.org/drawingml/2006/main">
              <a:ext uri="{FF2B5EF4-FFF2-40B4-BE49-F238E27FC236}">
                <a16:creationId xmlns:a16="http://schemas.microsoft.com/office/drawing/2014/main" id="{4A71A42F-8AA7-4FFF-9062-A6B09963E3D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657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433" name="Google Shape;433;p49">
            <a:extLst xmlns:a="http://schemas.openxmlformats.org/drawingml/2006/main">
              <a:ext uri="{FF2B5EF4-FFF2-40B4-BE49-F238E27FC236}">
                <a16:creationId xmlns:a16="http://schemas.microsoft.com/office/drawing/2014/main" id="{22FA3E82-9EFF-4786-A05C-63C5743469F4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2424526" y="3868650"/>
            <a:ext cx="2947500" cy="27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434" name="Google Shape;434;p49">
            <a:extLst xmlns:a="http://schemas.openxmlformats.org/drawingml/2006/main">
              <a:ext uri="{FF2B5EF4-FFF2-40B4-BE49-F238E27FC236}">
                <a16:creationId xmlns:a16="http://schemas.microsoft.com/office/drawing/2014/main" id="{B66318B2-0E16-42F9-93A4-C379F791E3A2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2424525" y="3474374"/>
            <a:ext cx="2947500" cy="52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435" name="Google Shape;435;p49">
            <a:extLst xmlns:a="http://schemas.openxmlformats.org/drawingml/2006/main">
              <a:ext uri="{FF2B5EF4-FFF2-40B4-BE49-F238E27FC236}">
                <a16:creationId xmlns:a16="http://schemas.microsoft.com/office/drawing/2014/main" id="{55414794-B06F-4237-BDF4-D294F36DAF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9.xml><?xml version="1.0" encoding="utf-8"?>
<p:sldLayout xmlns:p="http://schemas.openxmlformats.org/presentationml/2006/main" matchingName="Title and Three Columns 6">
  <p:cSld name="CUSTOM_15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7" name="Google Shape;437;p50">
            <a:extLst xmlns:a="http://schemas.openxmlformats.org/drawingml/2006/main">
              <a:ext uri="{FF2B5EF4-FFF2-40B4-BE49-F238E27FC236}">
                <a16:creationId xmlns:a16="http://schemas.microsoft.com/office/drawing/2014/main" id="{5A7FC7A7-D8AE-443C-8B83-2A99C538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1850" y="94650"/>
            <a:ext cx="890700" cy="8907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p50">
            <a:extLst xmlns:a="http://schemas.openxmlformats.org/drawingml/2006/main">
              <a:ext uri="{FF2B5EF4-FFF2-40B4-BE49-F238E27FC236}">
                <a16:creationId xmlns:a16="http://schemas.microsoft.com/office/drawing/2014/main" id="{23E59A20-D845-4F88-B615-7405E4BB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3700" y="3484200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50">
            <a:extLst xmlns:a="http://schemas.openxmlformats.org/drawingml/2006/main">
              <a:ext uri="{FF2B5EF4-FFF2-40B4-BE49-F238E27FC236}">
                <a16:creationId xmlns:a16="http://schemas.microsoft.com/office/drawing/2014/main" id="{00A65A18-C842-41A3-BC35-955757C27BC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594950" y="1423200"/>
            <a:ext cx="2440500" cy="27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440" name="Google Shape;440;p50">
            <a:extLst xmlns:a="http://schemas.openxmlformats.org/drawingml/2006/main">
              <a:ext uri="{FF2B5EF4-FFF2-40B4-BE49-F238E27FC236}">
                <a16:creationId xmlns:a16="http://schemas.microsoft.com/office/drawing/2014/main" id="{CF4220CF-F926-410D-9CA7-A94AAD7A2439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5594961" y="2427100"/>
            <a:ext cx="2440500" cy="27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441" name="Google Shape;441;p50">
            <a:extLst xmlns:a="http://schemas.openxmlformats.org/drawingml/2006/main">
              <a:ext uri="{FF2B5EF4-FFF2-40B4-BE49-F238E27FC236}">
                <a16:creationId xmlns:a16="http://schemas.microsoft.com/office/drawing/2014/main" id="{D35B8F59-AFB5-42A1-8865-E31084BA9800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5594962" y="3475737"/>
            <a:ext cx="2440500" cy="27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442" name="Google Shape;442;p50">
            <a:extLst xmlns:a="http://schemas.openxmlformats.org/drawingml/2006/main">
              <a:ext uri="{FF2B5EF4-FFF2-40B4-BE49-F238E27FC236}">
                <a16:creationId xmlns:a16="http://schemas.microsoft.com/office/drawing/2014/main" id="{9AA9B5E7-B5F0-451B-BAFE-1F2C85CD9FA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138482" y="352750"/>
            <a:ext cx="2389200" cy="553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443" name="Google Shape;443;p50">
            <a:extLst xmlns:a="http://schemas.openxmlformats.org/drawingml/2006/main">
              <a:ext uri="{FF2B5EF4-FFF2-40B4-BE49-F238E27FC236}">
                <a16:creationId xmlns:a16="http://schemas.microsoft.com/office/drawing/2014/main" id="{85BE8708-5C17-4D9E-96EC-660FDD55D927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5594949" y="1603725"/>
            <a:ext cx="2440500" cy="553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444" name="Google Shape;444;p50">
            <a:extLst xmlns:a="http://schemas.openxmlformats.org/drawingml/2006/main">
              <a:ext uri="{FF2B5EF4-FFF2-40B4-BE49-F238E27FC236}">
                <a16:creationId xmlns:a16="http://schemas.microsoft.com/office/drawing/2014/main" id="{63F9186A-0404-4D8B-92C8-D3A1609617FD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5594949" y="2612948"/>
            <a:ext cx="2440500" cy="553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445" name="Google Shape;445;p50">
            <a:extLst xmlns:a="http://schemas.openxmlformats.org/drawingml/2006/main">
              <a:ext uri="{FF2B5EF4-FFF2-40B4-BE49-F238E27FC236}">
                <a16:creationId xmlns:a16="http://schemas.microsoft.com/office/drawing/2014/main" id="{0284F75C-4A82-48A4-879B-2C568D0AD907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5594939" y="3645066"/>
            <a:ext cx="2440500" cy="553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446" name="Google Shape;446;p50">
            <a:extLst xmlns:a="http://schemas.openxmlformats.org/drawingml/2006/main">
              <a:ext uri="{FF2B5EF4-FFF2-40B4-BE49-F238E27FC236}">
                <a16:creationId xmlns:a16="http://schemas.microsoft.com/office/drawing/2014/main" id="{B1E8B04E-2827-4297-94B8-B052803EB0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0.xml><?xml version="1.0" encoding="utf-8"?>
<p:sldLayout xmlns:p="http://schemas.openxmlformats.org/presentationml/2006/main" matchingName="Title and Two Columns 7">
  <p:cSld name="CUSTOM_49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8" name="Google Shape;448;p51">
            <a:extLst xmlns:a="http://schemas.openxmlformats.org/drawingml/2006/main">
              <a:ext uri="{FF2B5EF4-FFF2-40B4-BE49-F238E27FC236}">
                <a16:creationId xmlns:a16="http://schemas.microsoft.com/office/drawing/2014/main" id="{A60C292C-4C71-4CE4-B294-2FE662B93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1850" y="94650"/>
            <a:ext cx="890700" cy="8907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" name="Google Shape;449;p51">
            <a:extLst xmlns:a="http://schemas.openxmlformats.org/drawingml/2006/main">
              <a:ext uri="{FF2B5EF4-FFF2-40B4-BE49-F238E27FC236}">
                <a16:creationId xmlns:a16="http://schemas.microsoft.com/office/drawing/2014/main" id="{EC8C37E1-3BFC-4CD1-9366-EC75702B19D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49801" y="3019266"/>
            <a:ext cx="2586900" cy="27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450" name="Google Shape;450;p51">
            <a:extLst xmlns:a="http://schemas.openxmlformats.org/drawingml/2006/main">
              <a:ext uri="{FF2B5EF4-FFF2-40B4-BE49-F238E27FC236}">
                <a16:creationId xmlns:a16="http://schemas.microsoft.com/office/drawing/2014/main" id="{FD6B1B9C-9C10-41B5-BD21-C187F4BBC3B5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5911206" y="3040012"/>
            <a:ext cx="2586900" cy="27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451" name="Google Shape;451;p51">
            <a:extLst xmlns:a="http://schemas.openxmlformats.org/drawingml/2006/main">
              <a:ext uri="{FF2B5EF4-FFF2-40B4-BE49-F238E27FC236}">
                <a16:creationId xmlns:a16="http://schemas.microsoft.com/office/drawing/2014/main" id="{B5832215-0850-4AEA-A7F3-02CC05D2E11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138482" y="352750"/>
            <a:ext cx="2389200" cy="553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452" name="Google Shape;452;p51">
            <a:extLst xmlns:a="http://schemas.openxmlformats.org/drawingml/2006/main">
              <a:ext uri="{FF2B5EF4-FFF2-40B4-BE49-F238E27FC236}">
                <a16:creationId xmlns:a16="http://schemas.microsoft.com/office/drawing/2014/main" id="{9DF61BA6-1650-4D80-8E59-74517146C59E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649801" y="3199800"/>
            <a:ext cx="2586900" cy="553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453" name="Google Shape;453;p51">
            <a:extLst xmlns:a="http://schemas.openxmlformats.org/drawingml/2006/main">
              <a:ext uri="{FF2B5EF4-FFF2-40B4-BE49-F238E27FC236}">
                <a16:creationId xmlns:a16="http://schemas.microsoft.com/office/drawing/2014/main" id="{7CC5555C-637A-4EA9-80FF-0A3A1D00BA8A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5911182" y="3215722"/>
            <a:ext cx="2586900" cy="553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454" name="Google Shape;454;p51">
            <a:extLst xmlns:a="http://schemas.openxmlformats.org/drawingml/2006/main">
              <a:ext uri="{FF2B5EF4-FFF2-40B4-BE49-F238E27FC236}">
                <a16:creationId xmlns:a16="http://schemas.microsoft.com/office/drawing/2014/main" id="{E7556A20-E384-42EC-A860-1BA1B63A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0" y="4157100"/>
            <a:ext cx="986400" cy="9864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51">
            <a:extLst xmlns:a="http://schemas.openxmlformats.org/drawingml/2006/main">
              <a:ext uri="{FF2B5EF4-FFF2-40B4-BE49-F238E27FC236}">
                <a16:creationId xmlns:a16="http://schemas.microsoft.com/office/drawing/2014/main" id="{93264985-A607-408B-8B5F-A9D10247B6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1.xml><?xml version="1.0" encoding="utf-8"?>
<p:sldLayout xmlns:p="http://schemas.openxmlformats.org/presentationml/2006/main" matchingName="Title and Four Columns 6">
  <p:cSld name="CUSTOM_17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7" name="Google Shape;457;p52">
            <a:extLst xmlns:a="http://schemas.openxmlformats.org/drawingml/2006/main">
              <a:ext uri="{FF2B5EF4-FFF2-40B4-BE49-F238E27FC236}">
                <a16:creationId xmlns:a16="http://schemas.microsoft.com/office/drawing/2014/main" id="{0BA684B4-BEE3-43CD-9A3B-B0450CA0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775" y="-844875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52">
            <a:extLst xmlns:a="http://schemas.openxmlformats.org/drawingml/2006/main">
              <a:ext uri="{FF2B5EF4-FFF2-40B4-BE49-F238E27FC236}">
                <a16:creationId xmlns:a16="http://schemas.microsoft.com/office/drawing/2014/main" id="{6FC3793A-9094-4203-9B19-D61C4AF73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5175" y="4768200"/>
            <a:ext cx="890700" cy="8907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52">
            <a:extLst xmlns:a="http://schemas.openxmlformats.org/drawingml/2006/main">
              <a:ext uri="{FF2B5EF4-FFF2-40B4-BE49-F238E27FC236}">
                <a16:creationId xmlns:a16="http://schemas.microsoft.com/office/drawing/2014/main" id="{0B247E24-CAD2-4B85-8B73-1E2823FF2EE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2905422" y="1578804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460" name="Google Shape;460;p52">
            <a:extLst xmlns:a="http://schemas.openxmlformats.org/drawingml/2006/main">
              <a:ext uri="{FF2B5EF4-FFF2-40B4-BE49-F238E27FC236}">
                <a16:creationId xmlns:a16="http://schemas.microsoft.com/office/drawing/2014/main" id="{9B7A59D9-7142-4B58-8764-5882ABC13F6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905472" y="1935836"/>
            <a:ext cx="15633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461" name="Google Shape;461;p52">
            <a:extLst xmlns:a="http://schemas.openxmlformats.org/drawingml/2006/main">
              <a:ext uri="{FF2B5EF4-FFF2-40B4-BE49-F238E27FC236}">
                <a16:creationId xmlns:a16="http://schemas.microsoft.com/office/drawing/2014/main" id="{13B72388-59C5-4C02-995D-6710AEEB2ABE}"/>
              </a:ext>
            </a:extLst>
          </p:cNvPr>
          <p:cNvSpPr>
            <a:spLocks xmlns:a="http://schemas.openxmlformats.org/drawingml/2006/main" noGrp="1"/>
          </p:cNvSpPr>
          <p:nvPr>
            <p:ph type="ctrTitle" idx="2"/>
          </p:nvPr>
        </p:nvSpPr>
        <p:spPr>
          <a:xfrm xmlns:a="http://schemas.openxmlformats.org/drawingml/2006/main">
            <a:off x="4591376" y="1569732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462" name="Google Shape;462;p52">
            <a:extLst xmlns:a="http://schemas.openxmlformats.org/drawingml/2006/main">
              <a:ext uri="{FF2B5EF4-FFF2-40B4-BE49-F238E27FC236}">
                <a16:creationId xmlns:a16="http://schemas.microsoft.com/office/drawing/2014/main" id="{9C8D4521-CDD9-4B5B-BA06-37DB4661404F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4591389" y="1926764"/>
            <a:ext cx="1563300" cy="56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463" name="Google Shape;463;p52">
            <a:extLst xmlns:a="http://schemas.openxmlformats.org/drawingml/2006/main">
              <a:ext uri="{FF2B5EF4-FFF2-40B4-BE49-F238E27FC236}">
                <a16:creationId xmlns:a16="http://schemas.microsoft.com/office/drawing/2014/main" id="{AE0B2204-8041-4D2A-ABA0-6156E531ED14}"/>
              </a:ext>
            </a:extLst>
          </p:cNvPr>
          <p:cNvSpPr>
            <a:spLocks xmlns:a="http://schemas.openxmlformats.org/drawingml/2006/main" noGrp="1"/>
          </p:cNvSpPr>
          <p:nvPr>
            <p:ph type="ctrTitle" idx="4"/>
          </p:nvPr>
        </p:nvSpPr>
        <p:spPr>
          <a:xfrm xmlns:a="http://schemas.openxmlformats.org/drawingml/2006/main">
            <a:off x="2914544" y="3117721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464" name="Google Shape;464;p52">
            <a:extLst xmlns:a="http://schemas.openxmlformats.org/drawingml/2006/main">
              <a:ext uri="{FF2B5EF4-FFF2-40B4-BE49-F238E27FC236}">
                <a16:creationId xmlns:a16="http://schemas.microsoft.com/office/drawing/2014/main" id="{C198F424-F0E5-4435-AF67-98F42F2AE98F}"/>
              </a:ext>
            </a:extLst>
          </p:cNvPr>
          <p:cNvSpPr>
            <a:spLocks xmlns:a="http://schemas.openxmlformats.org/drawingml/2006/main" noGrp="1"/>
          </p:cNvSpPr>
          <p:nvPr>
            <p:ph type="subTitle" idx="5"/>
          </p:nvPr>
        </p:nvSpPr>
        <p:spPr>
          <a:xfrm xmlns:a="http://schemas.openxmlformats.org/drawingml/2006/main">
            <a:off x="2914544" y="3487744"/>
            <a:ext cx="1563300" cy="52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465" name="Google Shape;465;p52">
            <a:extLst xmlns:a="http://schemas.openxmlformats.org/drawingml/2006/main">
              <a:ext uri="{FF2B5EF4-FFF2-40B4-BE49-F238E27FC236}">
                <a16:creationId xmlns:a16="http://schemas.microsoft.com/office/drawing/2014/main" id="{BADC6AAB-3C01-4F1C-AD6E-79885A8456F9}"/>
              </a:ext>
            </a:extLst>
          </p:cNvPr>
          <p:cNvSpPr>
            <a:spLocks xmlns:a="http://schemas.openxmlformats.org/drawingml/2006/main" noGrp="1"/>
          </p:cNvSpPr>
          <p:nvPr>
            <p:ph type="ctrTitle" idx="6"/>
          </p:nvPr>
        </p:nvSpPr>
        <p:spPr>
          <a:xfrm xmlns:a="http://schemas.openxmlformats.org/drawingml/2006/main">
            <a:off x="4591383" y="3117721"/>
            <a:ext cx="1563300" cy="44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r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466" name="Google Shape;466;p52">
            <a:extLst xmlns:a="http://schemas.openxmlformats.org/drawingml/2006/main">
              <a:ext uri="{FF2B5EF4-FFF2-40B4-BE49-F238E27FC236}">
                <a16:creationId xmlns:a16="http://schemas.microsoft.com/office/drawing/2014/main" id="{8949616F-135A-4104-BEF4-102E151CFC23}"/>
              </a:ext>
            </a:extLst>
          </p:cNvPr>
          <p:cNvSpPr>
            <a:spLocks xmlns:a="http://schemas.openxmlformats.org/drawingml/2006/main" noGrp="1"/>
          </p:cNvSpPr>
          <p:nvPr>
            <p:ph type="subTitle" idx="7"/>
          </p:nvPr>
        </p:nvSpPr>
        <p:spPr>
          <a:xfrm xmlns:a="http://schemas.openxmlformats.org/drawingml/2006/main">
            <a:off x="4591389" y="3487744"/>
            <a:ext cx="1563300" cy="52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467" name="Google Shape;467;p52">
            <a:extLst xmlns:a="http://schemas.openxmlformats.org/drawingml/2006/main">
              <a:ext uri="{FF2B5EF4-FFF2-40B4-BE49-F238E27FC236}">
                <a16:creationId xmlns:a16="http://schemas.microsoft.com/office/drawing/2014/main" id="{1F3DB2F6-8102-467D-A045-81EC1EDD5DFA}"/>
              </a:ext>
            </a:extLst>
          </p:cNvPr>
          <p:cNvSpPr>
            <a:spLocks xmlns:a="http://schemas.openxmlformats.org/drawingml/2006/main" noGrp="1"/>
          </p:cNvSpPr>
          <p:nvPr>
            <p:ph type="ctrTitle" idx="8"/>
          </p:nvPr>
        </p:nvSpPr>
        <p:spPr>
          <a:xfrm xmlns:a="http://schemas.openxmlformats.org/drawingml/2006/main">
            <a:off x="13657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468" name="Google Shape;468;p52">
            <a:extLst xmlns:a="http://schemas.openxmlformats.org/drawingml/2006/main">
              <a:ext uri="{FF2B5EF4-FFF2-40B4-BE49-F238E27FC236}">
                <a16:creationId xmlns:a16="http://schemas.microsoft.com/office/drawing/2014/main" id="{78FEC898-D81F-4BDD-84AD-7ACE59CFD1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2.xml><?xml version="1.0" encoding="utf-8"?>
<p:sldLayout xmlns:p="http://schemas.openxmlformats.org/presentationml/2006/main" matchingName="Section Header 1">
  <p:cSld name="CUSTOM_46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0" name="Google Shape;470;p53">
            <a:extLst xmlns:a="http://schemas.openxmlformats.org/drawingml/2006/main">
              <a:ext uri="{FF2B5EF4-FFF2-40B4-BE49-F238E27FC236}">
                <a16:creationId xmlns:a16="http://schemas.microsoft.com/office/drawing/2014/main" id="{F32078B9-DF82-4F52-B396-317EF01CB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-440425" y="4146350"/>
            <a:ext cx="1369200" cy="13692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1" name="Google Shape;471;p53">
            <a:extLst xmlns:a="http://schemas.openxmlformats.org/drawingml/2006/main">
              <a:ext uri="{FF2B5EF4-FFF2-40B4-BE49-F238E27FC236}">
                <a16:creationId xmlns:a16="http://schemas.microsoft.com/office/drawing/2014/main" id="{A7A68953-A987-44F8-88AF-D6C9A68E56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76750" y="3038432"/>
            <a:ext cx="32565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472" name="Google Shape;472;p53">
            <a:extLst xmlns:a="http://schemas.openxmlformats.org/drawingml/2006/main">
              <a:ext uri="{FF2B5EF4-FFF2-40B4-BE49-F238E27FC236}">
                <a16:creationId xmlns:a16="http://schemas.microsoft.com/office/drawing/2014/main" id="{A77890D4-0000-4D2D-923D-08E4C95D2BE0}"/>
              </a:ext>
            </a:extLst>
          </p:cNvPr>
          <p:cNvSpPr>
            <a:spLocks xmlns:a="http://schemas.openxmlformats.org/drawingml/2006/main" noGrp="1"/>
          </p:cNvSpPr>
          <p:nvPr>
            <p:ph type="title" idx="2" hasCustomPrompt="1"/>
          </p:nvPr>
        </p:nvSpPr>
        <p:spPr>
          <a:xfrm xmlns:a="http://schemas.openxmlformats.org/drawingml/2006/main">
            <a:off x="5334850" y="997169"/>
            <a:ext cx="2940300" cy="136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72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73" name="Google Shape;473;p53">
            <a:extLst xmlns:a="http://schemas.openxmlformats.org/drawingml/2006/main">
              <a:ext uri="{FF2B5EF4-FFF2-40B4-BE49-F238E27FC236}">
                <a16:creationId xmlns:a16="http://schemas.microsoft.com/office/drawing/2014/main" id="{B3D20CFB-51E6-4E48-B8ED-D0881836CAE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 flipH="1">
            <a:off x="5573650" y="3727856"/>
            <a:ext cx="2462700" cy="36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600">
                <a:solidFill>
                  <a:schemeClr val="dk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474" name="Google Shape;474;p53">
            <a:extLst xmlns:a="http://schemas.openxmlformats.org/drawingml/2006/main">
              <a:ext uri="{FF2B5EF4-FFF2-40B4-BE49-F238E27FC236}">
                <a16:creationId xmlns:a16="http://schemas.microsoft.com/office/drawing/2014/main" id="{819B7BF7-E5D6-4046-AE1D-F222593A4D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3.xml><?xml version="1.0" encoding="utf-8"?>
<p:sldLayout xmlns:p="http://schemas.openxmlformats.org/presentationml/2006/main" matchingName="Title Only 6">
  <p:cSld name="CUSTOM_27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6" name="Google Shape;476;p54">
            <a:extLst xmlns:a="http://schemas.openxmlformats.org/drawingml/2006/main">
              <a:ext uri="{FF2B5EF4-FFF2-40B4-BE49-F238E27FC236}">
                <a16:creationId xmlns:a16="http://schemas.microsoft.com/office/drawing/2014/main" id="{13CF4FA4-02C3-440B-9E83-D0333D819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2551394" y="3667539"/>
            <a:ext cx="1562400" cy="15624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7" name="Google Shape;477;p54">
            <a:extLst xmlns:a="http://schemas.openxmlformats.org/drawingml/2006/main">
              <a:ext uri="{FF2B5EF4-FFF2-40B4-BE49-F238E27FC236}">
                <a16:creationId xmlns:a16="http://schemas.microsoft.com/office/drawing/2014/main" id="{EED60E4D-BA06-49EB-A451-E03067CCF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-615556" y="392264"/>
            <a:ext cx="1562400" cy="15624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54">
            <a:extLst xmlns:a="http://schemas.openxmlformats.org/drawingml/2006/main">
              <a:ext uri="{FF2B5EF4-FFF2-40B4-BE49-F238E27FC236}">
                <a16:creationId xmlns:a16="http://schemas.microsoft.com/office/drawing/2014/main" id="{8D35A390-4CC1-4EA7-A085-B899BFCF736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657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479" name="Google Shape;479;p54">
            <a:extLst xmlns:a="http://schemas.openxmlformats.org/drawingml/2006/main">
              <a:ext uri="{FF2B5EF4-FFF2-40B4-BE49-F238E27FC236}">
                <a16:creationId xmlns:a16="http://schemas.microsoft.com/office/drawing/2014/main" id="{B9C0A51A-A580-4D65-9118-19A2139E13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4.xml><?xml version="1.0" encoding="utf-8"?>
<p:sldLayout xmlns:p="http://schemas.openxmlformats.org/presentationml/2006/main" matchingName="Title and Text 4">
  <p:cSld name="CUSTOM_45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1" name="Google Shape;481;p55">
            <a:extLst xmlns:a="http://schemas.openxmlformats.org/drawingml/2006/main">
              <a:ext uri="{FF2B5EF4-FFF2-40B4-BE49-F238E27FC236}">
                <a16:creationId xmlns:a16="http://schemas.microsoft.com/office/drawing/2014/main" id="{AFB2896B-BB14-4748-9825-6C9D5941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>
            <a:off x="7847294" y="1265339"/>
            <a:ext cx="1562400" cy="15624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55">
            <a:extLst xmlns:a="http://schemas.openxmlformats.org/drawingml/2006/main">
              <a:ext uri="{FF2B5EF4-FFF2-40B4-BE49-F238E27FC236}">
                <a16:creationId xmlns:a16="http://schemas.microsoft.com/office/drawing/2014/main" id="{E80A99EC-4A6A-48B6-81C9-0C01253DAE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657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483" name="Google Shape;483;p55">
            <a:extLst xmlns:a="http://schemas.openxmlformats.org/drawingml/2006/main">
              <a:ext uri="{FF2B5EF4-FFF2-40B4-BE49-F238E27FC236}">
                <a16:creationId xmlns:a16="http://schemas.microsoft.com/office/drawing/2014/main" id="{6E7AA928-DCAC-4E1D-BF6C-B559AD1315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57450" y="1923600"/>
            <a:ext cx="2894100" cy="27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484" name="Google Shape;484;p55">
            <a:extLst xmlns:a="http://schemas.openxmlformats.org/drawingml/2006/main">
              <a:ext uri="{FF2B5EF4-FFF2-40B4-BE49-F238E27FC236}">
                <a16:creationId xmlns:a16="http://schemas.microsoft.com/office/drawing/2014/main" id="{B4F14538-39CA-44A4-9F92-04805811BE22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657450" y="2532900"/>
            <a:ext cx="2894100" cy="121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600"/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485" name="Google Shape;485;p55">
            <a:extLst xmlns:a="http://schemas.openxmlformats.org/drawingml/2006/main">
              <a:ext uri="{FF2B5EF4-FFF2-40B4-BE49-F238E27FC236}">
                <a16:creationId xmlns:a16="http://schemas.microsoft.com/office/drawing/2014/main" id="{BB5DE793-D7C2-4379-A26B-E837E85C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-165775" y="915512"/>
            <a:ext cx="3993600" cy="39936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55">
            <a:extLst xmlns:a="http://schemas.openxmlformats.org/drawingml/2006/main">
              <a:ext uri="{FF2B5EF4-FFF2-40B4-BE49-F238E27FC236}">
                <a16:creationId xmlns:a16="http://schemas.microsoft.com/office/drawing/2014/main" id="{E93B788B-CF62-47E4-8820-E05D9C8463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5.xml><?xml version="1.0" encoding="utf-8"?>
<p:sldLayout xmlns:p="http://schemas.openxmlformats.org/presentationml/2006/main" matchingName="Title and Text 5">
  <p:cSld name="CUSTOM_59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8" name="Google Shape;488;p56">
            <a:extLst xmlns:a="http://schemas.openxmlformats.org/drawingml/2006/main">
              <a:ext uri="{FF2B5EF4-FFF2-40B4-BE49-F238E27FC236}">
                <a16:creationId xmlns:a16="http://schemas.microsoft.com/office/drawing/2014/main" id="{B46E5EAE-E7A6-4B1B-BE2D-5E8E8012BFC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657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489" name="Google Shape;489;p56">
            <a:extLst xmlns:a="http://schemas.openxmlformats.org/drawingml/2006/main">
              <a:ext uri="{FF2B5EF4-FFF2-40B4-BE49-F238E27FC236}">
                <a16:creationId xmlns:a16="http://schemas.microsoft.com/office/drawing/2014/main" id="{12744C0D-114F-4956-A7F7-FC9FE884289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184600" y="2516525"/>
            <a:ext cx="2951100" cy="27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 Condensed Medium"/>
              <a:buNone/>
              <a:defRPr sz="1800">
                <a:latin typeface="Livvic Medium"/>
                <a:ea typeface="Livvic Medium"/>
                <a:cs typeface="Livvic Medium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Fira Sans Condensed Medium"/>
              <a:buNone/>
              <a:defRPr sz="1000">
                <a:latin typeface="Fira Sans Condensed Medium"/>
                <a:ea typeface="Fira Sans Condensed Medium"/>
                <a:cs typeface="Fira Sans Condensed Medium"/>
              </a:defRPr>
            </a:lvl9pPr>
          </a:lstStyle>
          <a:p xmlns:a="http://schemas.openxmlformats.org/drawingml/2006/main"/>
        </p:txBody>
      </p:sp>
      <p:sp>
        <p:nvSpPr>
          <p:cNvPr id="490" name="Google Shape;490;p56">
            <a:extLst xmlns:a="http://schemas.openxmlformats.org/drawingml/2006/main">
              <a:ext uri="{FF2B5EF4-FFF2-40B4-BE49-F238E27FC236}">
                <a16:creationId xmlns:a16="http://schemas.microsoft.com/office/drawing/2014/main" id="{74CE937C-6ACA-40C8-8CA7-FFE4E7336BA4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5184600" y="2876199"/>
            <a:ext cx="2951100" cy="121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600"/>
            </a:lvl1pPr>
            <a:lvl2pPr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491" name="Google Shape;491;p56">
            <a:extLst xmlns:a="http://schemas.openxmlformats.org/drawingml/2006/main">
              <a:ext uri="{FF2B5EF4-FFF2-40B4-BE49-F238E27FC236}">
                <a16:creationId xmlns:a16="http://schemas.microsoft.com/office/drawing/2014/main" id="{4363D88A-2AA7-4DD7-80AE-543C7C51E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-615556" y="392264"/>
            <a:ext cx="1562400" cy="15624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56">
            <a:extLst xmlns:a="http://schemas.openxmlformats.org/drawingml/2006/main">
              <a:ext uri="{FF2B5EF4-FFF2-40B4-BE49-F238E27FC236}">
                <a16:creationId xmlns:a16="http://schemas.microsoft.com/office/drawing/2014/main" id="{FF434730-BB0D-465A-AB95-4735A970F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>
            <a:off x="4576225" y="1059225"/>
            <a:ext cx="4467900" cy="44679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56">
            <a:extLst xmlns:a="http://schemas.openxmlformats.org/drawingml/2006/main">
              <a:ext uri="{FF2B5EF4-FFF2-40B4-BE49-F238E27FC236}">
                <a16:creationId xmlns:a16="http://schemas.microsoft.com/office/drawing/2014/main" id="{C111408E-0537-46CA-88A4-377712ADB7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6.xml><?xml version="1.0" encoding="utf-8"?>
<p:sldLayout xmlns:p="http://schemas.openxmlformats.org/presentationml/2006/main" matchingName="Thanks 1">
  <p:cSld name="CUSTOM_2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5" name="Google Shape;495;p57">
            <a:extLst xmlns:a="http://schemas.openxmlformats.org/drawingml/2006/main">
              <a:ext uri="{FF2B5EF4-FFF2-40B4-BE49-F238E27FC236}">
                <a16:creationId xmlns:a16="http://schemas.microsoft.com/office/drawing/2014/main" id="{10219668-B0A5-408B-B903-AC92C3DC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7900" y="-321750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57">
            <a:extLst xmlns:a="http://schemas.openxmlformats.org/drawingml/2006/main">
              <a:ext uri="{FF2B5EF4-FFF2-40B4-BE49-F238E27FC236}">
                <a16:creationId xmlns:a16="http://schemas.microsoft.com/office/drawing/2014/main" id="{81A29B30-CF6B-489F-AEB7-4E76DAB9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725" y="4840800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57">
            <a:extLst xmlns:a="http://schemas.openxmlformats.org/drawingml/2006/main">
              <a:ext uri="{FF2B5EF4-FFF2-40B4-BE49-F238E27FC236}">
                <a16:creationId xmlns:a16="http://schemas.microsoft.com/office/drawing/2014/main" id="{E57C46E5-2E71-419D-A1A3-2A658698B6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1461" y="387025"/>
            <a:ext cx="3162000" cy="1121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2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498" name="Google Shape;498;p57">
            <a:extLst xmlns:a="http://schemas.openxmlformats.org/drawingml/2006/main">
              <a:ext uri="{FF2B5EF4-FFF2-40B4-BE49-F238E27FC236}">
                <a16:creationId xmlns:a16="http://schemas.microsoft.com/office/drawing/2014/main" id="{FE08EC0B-2E21-4DD3-92DA-CE4EE2A9CCB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31461" y="1560992"/>
            <a:ext cx="2960400" cy="135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499" name="Google Shape;499;p57">
            <a:extLst xmlns:a="http://schemas.openxmlformats.org/drawingml/2006/main">
              <a:ext uri="{FF2B5EF4-FFF2-40B4-BE49-F238E27FC236}">
                <a16:creationId xmlns:a16="http://schemas.microsoft.com/office/drawing/2014/main" id="{43A31D43-AA0B-49C5-AD9A-754858E8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077" y="3394125"/>
            <a:ext cx="3231000" cy="93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200">
                <a:solidFill>
                  <a:schemeClr val="dk1"/>
                </a:solidFill>
                <a:latin typeface="Lato Light"/>
                <a:ea typeface="Lato Light"/>
                <a:cs typeface="Lato Light"/>
              </a:rPr>
              <a:t>CREDITS: This presentation template was created by </a:t>
            </a:r>
            <a:r>
              <a:rPr sz="1200">
                <a:solidFill>
                  <a:schemeClr val="dk1"/>
                </a:solidFill>
                <a:latin typeface="Lato"/>
                <a:ea typeface="Lato"/>
                <a:cs typeface="Lato"/>
              </a:rPr>
              <a:t>Slidesgo</a:t>
            </a:r>
            <a:r>
              <a:rPr sz="1200">
                <a:solidFill>
                  <a:schemeClr val="dk1"/>
                </a:solidFill>
                <a:latin typeface="Lato Light"/>
                <a:ea typeface="Lato Light"/>
                <a:cs typeface="Lato Light"/>
              </a:rPr>
              <a:t>, including icons by </a:t>
            </a:r>
            <a:r>
              <a:rPr sz="1200">
                <a:solidFill>
                  <a:schemeClr val="dk1"/>
                </a:solidFill>
                <a:latin typeface="Lato"/>
                <a:ea typeface="Lato"/>
                <a:cs typeface="Lato"/>
              </a:rPr>
              <a:t>Flaticon</a:t>
            </a:r>
            <a:r>
              <a:rPr sz="1200">
                <a:solidFill>
                  <a:schemeClr val="dk1"/>
                </a:solidFill>
                <a:latin typeface="Lato Light"/>
                <a:ea typeface="Lato Light"/>
                <a:cs typeface="Lato Light"/>
              </a:rPr>
              <a:t>, and infographics &amp; images by </a:t>
            </a:r>
            <a:r>
              <a:rPr sz="1200">
                <a:solidFill>
                  <a:schemeClr val="dk1"/>
                </a:solidFill>
                <a:latin typeface="Lato"/>
                <a:ea typeface="Lato"/>
                <a:cs typeface="Lato"/>
              </a:rPr>
              <a:t>Freepik</a:t>
            </a:r>
            <a:endParaRPr sz="1200">
              <a:solidFill>
                <a:schemeClr val="dk1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500" name="Google Shape;500;p57">
            <a:extLst xmlns:a="http://schemas.openxmlformats.org/drawingml/2006/main">
              <a:ext uri="{FF2B5EF4-FFF2-40B4-BE49-F238E27FC236}">
                <a16:creationId xmlns:a16="http://schemas.microsoft.com/office/drawing/2014/main" id="{B00DE8E4-BA13-4354-BE36-AF63D0CF18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7.xml><?xml version="1.0" encoding="utf-8"?>
<p:sldLayout xmlns:p="http://schemas.openxmlformats.org/presentationml/2006/main" matchingName="Title and Text 6">
  <p:cSld name="CUSTOM_23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2" name="Google Shape;502;p58">
            <a:extLst xmlns:a="http://schemas.openxmlformats.org/drawingml/2006/main">
              <a:ext uri="{FF2B5EF4-FFF2-40B4-BE49-F238E27FC236}">
                <a16:creationId xmlns:a16="http://schemas.microsoft.com/office/drawing/2014/main" id="{95985A34-BA47-4295-A289-D039D48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67875" y="3741600"/>
            <a:ext cx="1027500" cy="10275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58">
            <a:extLst xmlns:a="http://schemas.openxmlformats.org/drawingml/2006/main">
              <a:ext uri="{FF2B5EF4-FFF2-40B4-BE49-F238E27FC236}">
                <a16:creationId xmlns:a16="http://schemas.microsoft.com/office/drawing/2014/main" id="{82D6F184-8886-404D-84B8-BF36712B6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6025" y="1010350"/>
            <a:ext cx="1027500" cy="10275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4" name="Google Shape;504;p58">
            <a:extLst xmlns:a="http://schemas.openxmlformats.org/drawingml/2006/main">
              <a:ext uri="{FF2B5EF4-FFF2-40B4-BE49-F238E27FC236}">
                <a16:creationId xmlns:a16="http://schemas.microsoft.com/office/drawing/2014/main" id="{2ECD17E5-12E7-4084-A923-FD0AAF654C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4450" y="1389600"/>
            <a:ext cx="76668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505" name="Google Shape;505;p58">
            <a:extLst xmlns:a="http://schemas.openxmlformats.org/drawingml/2006/main">
              <a:ext uri="{FF2B5EF4-FFF2-40B4-BE49-F238E27FC236}">
                <a16:creationId xmlns:a16="http://schemas.microsoft.com/office/drawing/2014/main" id="{6A7C6CC4-1B0D-4EE1-A76F-9B5A817AE79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657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506" name="Google Shape;506;p58">
            <a:extLst xmlns:a="http://schemas.openxmlformats.org/drawingml/2006/main">
              <a:ext uri="{FF2B5EF4-FFF2-40B4-BE49-F238E27FC236}">
                <a16:creationId xmlns:a16="http://schemas.microsoft.com/office/drawing/2014/main" id="{3DA427F0-4B47-43C1-AEC0-7708285B87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8.xml><?xml version="1.0" encoding="utf-8"?>
<p:sldLayout xmlns:p="http://schemas.openxmlformats.org/presentationml/2006/main" matchingName="Title and Two Columns 8">
  <p:cSld name="CUSTOM_24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8" name="Google Shape;508;p59">
            <a:extLst xmlns:a="http://schemas.openxmlformats.org/drawingml/2006/main">
              <a:ext uri="{FF2B5EF4-FFF2-40B4-BE49-F238E27FC236}">
                <a16:creationId xmlns:a16="http://schemas.microsoft.com/office/drawing/2014/main" id="{FD930947-2A1E-4F82-91E9-1B317F1709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4450" y="1389600"/>
            <a:ext cx="37896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2984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Raleway SemiBold"/>
              <a:buChar char="●"/>
              <a:defRPr sz="1200"/>
            </a:lvl1pPr>
            <a:lvl2pPr marL="914400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 sz="1200"/>
            </a:lvl2pPr>
            <a:lvl3pPr marL="1371600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 sz="1200"/>
            </a:lvl3pPr>
            <a:lvl4pPr marL="1828800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 sz="1200"/>
            </a:lvl4pPr>
            <a:lvl5pPr marL="2286000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 sz="1200"/>
            </a:lvl5pPr>
            <a:lvl6pPr marL="2743200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 sz="1200"/>
            </a:lvl6pPr>
            <a:lvl7pPr marL="3200400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 sz="1200"/>
            </a:lvl7pPr>
            <a:lvl8pPr marL="3657600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 sz="1200"/>
            </a:lvl8pPr>
            <a:lvl9pPr marL="4114800" indent="-304800"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509" name="Google Shape;509;p59">
            <a:extLst xmlns:a="http://schemas.openxmlformats.org/drawingml/2006/main">
              <a:ext uri="{FF2B5EF4-FFF2-40B4-BE49-F238E27FC236}">
                <a16:creationId xmlns:a16="http://schemas.microsoft.com/office/drawing/2014/main" id="{E699435E-A41F-4B73-9C34-05E12D7D3B2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4450" y="1389600"/>
            <a:ext cx="37896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2984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Raleway SemiBold"/>
              <a:buChar char="●"/>
              <a:defRPr sz="1200"/>
            </a:lvl1pPr>
            <a:lvl2pPr marL="914400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 sz="1200"/>
            </a:lvl2pPr>
            <a:lvl3pPr marL="1371600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 sz="1200"/>
            </a:lvl3pPr>
            <a:lvl4pPr marL="1828800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 sz="1200"/>
            </a:lvl4pPr>
            <a:lvl5pPr marL="2286000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 sz="1200"/>
            </a:lvl5pPr>
            <a:lvl6pPr marL="2743200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 sz="1200"/>
            </a:lvl6pPr>
            <a:lvl7pPr marL="3200400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 sz="1200"/>
            </a:lvl7pPr>
            <a:lvl8pPr marL="3657600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 sz="1200"/>
            </a:lvl8pPr>
            <a:lvl9pPr marL="4114800" indent="-304800"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510" name="Google Shape;510;p59">
            <a:extLst xmlns:a="http://schemas.openxmlformats.org/drawingml/2006/main">
              <a:ext uri="{FF2B5EF4-FFF2-40B4-BE49-F238E27FC236}">
                <a16:creationId xmlns:a16="http://schemas.microsoft.com/office/drawing/2014/main" id="{97A58EE1-95B5-4C2E-ABD0-ADE0B15CDDA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798783" y="1389600"/>
            <a:ext cx="37896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2984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Raleway SemiBold"/>
              <a:buChar char="●"/>
              <a:defRPr sz="1200"/>
            </a:lvl1pPr>
            <a:lvl2pPr marL="914400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 sz="1200"/>
            </a:lvl2pPr>
            <a:lvl3pPr marL="1371600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 sz="1200"/>
            </a:lvl3pPr>
            <a:lvl4pPr marL="1828800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 sz="1200"/>
            </a:lvl4pPr>
            <a:lvl5pPr marL="2286000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 sz="1200"/>
            </a:lvl5pPr>
            <a:lvl6pPr marL="2743200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 sz="1200"/>
            </a:lvl6pPr>
            <a:lvl7pPr marL="3200400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 sz="1200"/>
            </a:lvl7pPr>
            <a:lvl8pPr marL="3657600" indent="-3048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 sz="1200"/>
            </a:lvl8pPr>
            <a:lvl9pPr marL="4114800" indent="-304800"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511" name="Google Shape;511;p59">
            <a:extLst xmlns:a="http://schemas.openxmlformats.org/drawingml/2006/main">
              <a:ext uri="{FF2B5EF4-FFF2-40B4-BE49-F238E27FC236}">
                <a16:creationId xmlns:a16="http://schemas.microsoft.com/office/drawing/2014/main" id="{0AB1CE50-EA31-4A99-8C0C-73E94A21C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9125" y="4058475"/>
            <a:ext cx="670500" cy="6705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59">
            <a:extLst xmlns:a="http://schemas.openxmlformats.org/drawingml/2006/main">
              <a:ext uri="{FF2B5EF4-FFF2-40B4-BE49-F238E27FC236}">
                <a16:creationId xmlns:a16="http://schemas.microsoft.com/office/drawing/2014/main" id="{BD6F3B0C-676E-456D-B300-8CDE9687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22375" y="540000"/>
            <a:ext cx="670500" cy="6705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59">
            <a:extLst xmlns:a="http://schemas.openxmlformats.org/drawingml/2006/main">
              <a:ext uri="{FF2B5EF4-FFF2-40B4-BE49-F238E27FC236}">
                <a16:creationId xmlns:a16="http://schemas.microsoft.com/office/drawing/2014/main" id="{B98353CF-0108-40F0-8582-9CCD1304220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365725" y="327500"/>
            <a:ext cx="6412500" cy="629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2pPr>
            <a:lvl3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3pPr>
            <a:lvl4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4pPr>
            <a:lvl5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5pPr>
            <a:lvl6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6pPr>
            <a:lvl7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7pPr>
            <a:lvl8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8pPr>
            <a:lvl9pPr algn="r">
              <a:spcBef>
                <a:spcPts val="0"/>
              </a:spcBef>
              <a:spcAft>
                <a:spcPts val="0"/>
              </a:spcAft>
              <a:buSzPts val="1400"/>
              <a:buFont typeface="Ubuntu Condensed"/>
              <a:buNone/>
              <a:defRPr sz="1400">
                <a:latin typeface="Ubuntu Condensed"/>
                <a:ea typeface="Ubuntu Condensed"/>
                <a:cs typeface="Ubuntu Condensed"/>
              </a:defRPr>
            </a:lvl9pPr>
          </a:lstStyle>
          <a:p xmlns:a="http://schemas.openxmlformats.org/drawingml/2006/main"/>
        </p:txBody>
      </p:sp>
      <p:sp>
        <p:nvSpPr>
          <p:cNvPr id="514" name="Google Shape;514;p59">
            <a:extLst xmlns:a="http://schemas.openxmlformats.org/drawingml/2006/main">
              <a:ext uri="{FF2B5EF4-FFF2-40B4-BE49-F238E27FC236}">
                <a16:creationId xmlns:a16="http://schemas.microsoft.com/office/drawing/2014/main" id="{87C89296-6D0D-44CE-B98E-04DB277150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9.xml><?xml version="1.0" encoding="utf-8"?>
<p:sldLayout xmlns:p="http://schemas.openxmlformats.org/presentationml/2006/main" matchingName="Background 1">
  <p:cSld name="CUSTOM_55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6" name="Google Shape;516;p60">
            <a:extLst xmlns:a="http://schemas.openxmlformats.org/drawingml/2006/main">
              <a:ext uri="{FF2B5EF4-FFF2-40B4-BE49-F238E27FC236}">
                <a16:creationId xmlns:a16="http://schemas.microsoft.com/office/drawing/2014/main" id="{549F4665-D0A4-4C32-B8DF-4A0D43A96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2551394" y="3667539"/>
            <a:ext cx="1562400" cy="15624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p60">
            <a:extLst xmlns:a="http://schemas.openxmlformats.org/drawingml/2006/main">
              <a:ext uri="{FF2B5EF4-FFF2-40B4-BE49-F238E27FC236}">
                <a16:creationId xmlns:a16="http://schemas.microsoft.com/office/drawing/2014/main" id="{9A26E90A-9868-40DF-AD01-10A8EA51F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-615556" y="392264"/>
            <a:ext cx="1562400" cy="15624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8" name="Google Shape;518;p60">
            <a:extLst xmlns:a="http://schemas.openxmlformats.org/drawingml/2006/main">
              <a:ext uri="{FF2B5EF4-FFF2-40B4-BE49-F238E27FC236}">
                <a16:creationId xmlns:a16="http://schemas.microsoft.com/office/drawing/2014/main" id="{B6BAF0DC-398E-4418-B331-7157A99062F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0.xml><?xml version="1.0" encoding="utf-8"?>
<p:sldLayout xmlns:p="http://schemas.openxmlformats.org/presentationml/2006/main" matchingName="Background 2">
  <p:cSld name="CUSTOM_56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0" name="Google Shape;520;p61">
            <a:extLst xmlns:a="http://schemas.openxmlformats.org/drawingml/2006/main">
              <a:ext uri="{FF2B5EF4-FFF2-40B4-BE49-F238E27FC236}">
                <a16:creationId xmlns:a16="http://schemas.microsoft.com/office/drawing/2014/main" id="{5BCC96FB-9A17-4BBE-9F21-E9DC83043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775" y="-844875"/>
            <a:ext cx="1316100" cy="13161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p61">
            <a:extLst xmlns:a="http://schemas.openxmlformats.org/drawingml/2006/main">
              <a:ext uri="{FF2B5EF4-FFF2-40B4-BE49-F238E27FC236}">
                <a16:creationId xmlns:a16="http://schemas.microsoft.com/office/drawing/2014/main" id="{EFA6E5C3-CE21-4DFE-97D7-C0E752F6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5175" y="4768200"/>
            <a:ext cx="890700" cy="890700"/>
          </a:xfrm>
          <a:prstGeom xmlns:a="http://schemas.openxmlformats.org/drawingml/2006/main" prst="teardrop">
            <a:avLst>
              <a:gd name="adj" fmla="val 100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61">
            <a:extLst xmlns:a="http://schemas.openxmlformats.org/drawingml/2006/main">
              <a:ext uri="{FF2B5EF4-FFF2-40B4-BE49-F238E27FC236}">
                <a16:creationId xmlns:a16="http://schemas.microsoft.com/office/drawing/2014/main" id="{3EDCCB89-3992-452D-8E05-09C0AF51AC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1.xml><?xml version="1.0" encoding="utf-8"?>
<p:sldLayout xmlns:p="http://schemas.openxmlformats.org/presentationml/2006/main" matchingName="Background 3">
  <p:cSld name="CUSTOM_57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4" name="Google Shape;524;p62">
            <a:extLst xmlns:a="http://schemas.openxmlformats.org/drawingml/2006/main">
              <a:ext uri="{FF2B5EF4-FFF2-40B4-BE49-F238E27FC236}">
                <a16:creationId xmlns:a16="http://schemas.microsoft.com/office/drawing/2014/main" id="{116CA613-29AF-41C3-B7E1-FD7AFF9EE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00" y="733500"/>
            <a:ext cx="6724800" cy="3676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" name="Google Shape;525;p62">
            <a:extLst xmlns:a="http://schemas.openxmlformats.org/drawingml/2006/main">
              <a:ext uri="{FF2B5EF4-FFF2-40B4-BE49-F238E27FC236}">
                <a16:creationId xmlns:a16="http://schemas.microsoft.com/office/drawing/2014/main" id="{8A76B931-AC98-48E7-8A24-4292E95206A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2.xml><?xml version="1.0" encoding="utf-8"?>
<p:sldLayout xmlns:p="http://schemas.openxmlformats.org/presentationml/2006/main" matchingName="Blank slide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1" name="Google Shape;531;p64">
            <a:extLst xmlns:a="http://schemas.openxmlformats.org/drawingml/2006/main">
              <a:ext uri="{FF2B5EF4-FFF2-40B4-BE49-F238E27FC236}">
                <a16:creationId xmlns:a16="http://schemas.microsoft.com/office/drawing/2014/main" id="{29976974-828E-48C2-BD02-51B3086634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2260615939491f" /><Relationship Type="http://schemas.openxmlformats.org/officeDocument/2006/relationships/slideLayout" Target="/ppt/slideLayouts/slideLayout1.xml" Id="R824cdd6d0ca547f9" /><Relationship Type="http://schemas.openxmlformats.org/officeDocument/2006/relationships/slideLayout" Target="/ppt/slideLayouts/slideLayout2.xml" Id="R5b378efeafd249c8" /><Relationship Type="http://schemas.openxmlformats.org/officeDocument/2006/relationships/slideLayout" Target="/ppt/slideLayouts/slideLayout3.xml" Id="R4fe3a37ab7174fe6" /><Relationship Type="http://schemas.openxmlformats.org/officeDocument/2006/relationships/slideLayout" Target="/ppt/slideLayouts/slideLayout4.xml" Id="R493f3c6144754a23" /><Relationship Type="http://schemas.openxmlformats.org/officeDocument/2006/relationships/slideLayout" Target="/ppt/slideLayouts/slideLayout5.xml" Id="R58152c86b4ea478f" /><Relationship Type="http://schemas.openxmlformats.org/officeDocument/2006/relationships/slideLayout" Target="/ppt/slideLayouts/slideLayout6.xml" Id="Ra33ee363fbee4a99" /><Relationship Type="http://schemas.openxmlformats.org/officeDocument/2006/relationships/slideLayout" Target="/ppt/slideLayouts/slideLayout7.xml" Id="Rbe7e0bd7eb384a69" /><Relationship Type="http://schemas.openxmlformats.org/officeDocument/2006/relationships/slideLayout" Target="/ppt/slideLayouts/slideLayout8.xml" Id="R76ae2e8132ab4eca" /><Relationship Type="http://schemas.openxmlformats.org/officeDocument/2006/relationships/slideLayout" Target="/ppt/slideLayouts/slideLayout9.xml" Id="R360a38a66c374f4e" /><Relationship Type="http://schemas.openxmlformats.org/officeDocument/2006/relationships/slideLayout" Target="/ppt/slideLayouts/slideLayout10.xml" Id="R53b7412914c44246" /><Relationship Type="http://schemas.openxmlformats.org/officeDocument/2006/relationships/slideLayout" Target="/ppt/slideLayouts/slideLayout11.xml" Id="Rb3e054e269724b41" /><Relationship Type="http://schemas.openxmlformats.org/officeDocument/2006/relationships/slideLayout" Target="/ppt/slideLayouts/slideLayout12.xml" Id="R0d4f441bce8d4d87" /><Relationship Type="http://schemas.openxmlformats.org/officeDocument/2006/relationships/slideLayout" Target="/ppt/slideLayouts/slideLayout13.xml" Id="R88cc609560b44ddc" /><Relationship Type="http://schemas.openxmlformats.org/officeDocument/2006/relationships/slideLayout" Target="/ppt/slideLayouts/slideLayout14.xml" Id="Rdc37ca3b5d1c4c7d" /><Relationship Type="http://schemas.openxmlformats.org/officeDocument/2006/relationships/slideLayout" Target="/ppt/slideLayouts/slideLayout15.xml" Id="R3c79c59e9a844850" /><Relationship Type="http://schemas.openxmlformats.org/officeDocument/2006/relationships/slideLayout" Target="/ppt/slideLayouts/slideLayout16.xml" Id="R082b1c75e50f42a9" /><Relationship Type="http://schemas.openxmlformats.org/officeDocument/2006/relationships/slideLayout" Target="/ppt/slideLayouts/slideLayout17.xml" Id="R2cbeafc079004971" /><Relationship Type="http://schemas.openxmlformats.org/officeDocument/2006/relationships/slideLayout" Target="/ppt/slideLayouts/slideLayout18.xml" Id="Rf30acdcfcd614a98" /><Relationship Type="http://schemas.openxmlformats.org/officeDocument/2006/relationships/slideLayout" Target="/ppt/slideLayouts/slideLayout19.xml" Id="Ra471a2809ec04029" /><Relationship Type="http://schemas.openxmlformats.org/officeDocument/2006/relationships/slideLayout" Target="/ppt/slideLayouts/slideLayout20.xml" Id="R48d14372841d4662" /><Relationship Type="http://schemas.openxmlformats.org/officeDocument/2006/relationships/slideLayout" Target="/ppt/slideLayouts/slideLayout21.xml" Id="R8e8f03fb803c45b6" /><Relationship Type="http://schemas.openxmlformats.org/officeDocument/2006/relationships/slideLayout" Target="/ppt/slideLayouts/slideLayout22.xml" Id="R80495e92d90d4c04" /><Relationship Type="http://schemas.openxmlformats.org/officeDocument/2006/relationships/slideLayout" Target="/ppt/slideLayouts/slideLayout23.xml" Id="R5efe3a22f1ab4b42" /><Relationship Type="http://schemas.openxmlformats.org/officeDocument/2006/relationships/slideLayout" Target="/ppt/slideLayouts/slideLayout24.xml" Id="R91b0641ac6b34697" /><Relationship Type="http://schemas.openxmlformats.org/officeDocument/2006/relationships/slideLayout" Target="/ppt/slideLayouts/slideLayout25.xml" Id="R4d2625d3eb194d6a" /><Relationship Type="http://schemas.openxmlformats.org/officeDocument/2006/relationships/slideLayout" Target="/ppt/slideLayouts/slideLayout26.xml" Id="R364ca45fea33408d" /><Relationship Type="http://schemas.openxmlformats.org/officeDocument/2006/relationships/slideLayout" Target="/ppt/slideLayouts/slideLayout27.xml" Id="Rbee968c199064bef" /><Relationship Type="http://schemas.openxmlformats.org/officeDocument/2006/relationships/slideLayout" Target="/ppt/slideLayouts/slideLayout28.xml" Id="R26b9f8f7ad774a61" /><Relationship Type="http://schemas.openxmlformats.org/officeDocument/2006/relationships/slideLayout" Target="/ppt/slideLayouts/slideLayout29.xml" Id="R2b531a5779484fc6" /><Relationship Type="http://schemas.openxmlformats.org/officeDocument/2006/relationships/slideLayout" Target="/ppt/slideLayouts/slideLayout30.xml" Id="R09af1a0a3b744b6c" /><Relationship Type="http://schemas.openxmlformats.org/officeDocument/2006/relationships/slideLayout" Target="/ppt/slideLayouts/slideLayout31.xml" Id="Rd897a9b11ec04889" /><Relationship Type="http://schemas.openxmlformats.org/officeDocument/2006/relationships/slideLayout" Target="/ppt/slideLayouts/slideLayout32.xml" Id="R29bf6dc796124b7b" /><Relationship Type="http://schemas.openxmlformats.org/officeDocument/2006/relationships/slideLayout" Target="/ppt/slideLayouts/slideLayout33.xml" Id="Rccf5de1d82934ab6" /><Relationship Type="http://schemas.openxmlformats.org/officeDocument/2006/relationships/slideLayout" Target="/ppt/slideLayouts/slideLayout34.xml" Id="Rb00ec018df0a44f2" /><Relationship Type="http://schemas.openxmlformats.org/officeDocument/2006/relationships/slideLayout" Target="/ppt/slideLayouts/slideLayout35.xml" Id="Rf2c7f52d54df4afe" /><Relationship Type="http://schemas.openxmlformats.org/officeDocument/2006/relationships/slideLayout" Target="/ppt/slideLayouts/slideLayout36.xml" Id="R905d78f708bb405e" /><Relationship Type="http://schemas.openxmlformats.org/officeDocument/2006/relationships/slideLayout" Target="/ppt/slideLayouts/slideLayout37.xml" Id="R91fe625849384278" /><Relationship Type="http://schemas.openxmlformats.org/officeDocument/2006/relationships/slideLayout" Target="/ppt/slideLayouts/slideLayout38.xml" Id="R316ee8120bc44a0f" /><Relationship Type="http://schemas.openxmlformats.org/officeDocument/2006/relationships/slideLayout" Target="/ppt/slideLayouts/slideLayout39.xml" Id="R72b38b32ffbd46e5" /><Relationship Type="http://schemas.openxmlformats.org/officeDocument/2006/relationships/slideLayout" Target="/ppt/slideLayouts/slideLayout40.xml" Id="R5e5d7254a2b84112" /><Relationship Type="http://schemas.openxmlformats.org/officeDocument/2006/relationships/slideLayout" Target="/ppt/slideLayouts/slideLayout41.xml" Id="R5ff875433b5e4a32" /><Relationship Type="http://schemas.openxmlformats.org/officeDocument/2006/relationships/slideLayout" Target="/ppt/slideLayouts/slideLayout42.xml" Id="R9786dbb9729e4223" /><Relationship Type="http://schemas.openxmlformats.org/officeDocument/2006/relationships/slideLayout" Target="/ppt/slideLayouts/slideLayout43.xml" Id="Rc2f707cb007f4163" /><Relationship Type="http://schemas.openxmlformats.org/officeDocument/2006/relationships/slideLayout" Target="/ppt/slideLayouts/slideLayout44.xml" Id="R1b492f3c7e44439a" /><Relationship Type="http://schemas.openxmlformats.org/officeDocument/2006/relationships/slideLayout" Target="/ppt/slideLayouts/slideLayout45.xml" Id="R0510be2c70144c3e" /><Relationship Type="http://schemas.openxmlformats.org/officeDocument/2006/relationships/slideLayout" Target="/ppt/slideLayouts/slideLayout46.xml" Id="R8d1e883eceee4ff4" /><Relationship Type="http://schemas.openxmlformats.org/officeDocument/2006/relationships/slideLayout" Target="/ppt/slideLayouts/slideLayout47.xml" Id="R0539ec628644443c" /><Relationship Type="http://schemas.openxmlformats.org/officeDocument/2006/relationships/slideLayout" Target="/ppt/slideLayouts/slideLayout48.xml" Id="Refa3f2cc7ef6435d" /><Relationship Type="http://schemas.openxmlformats.org/officeDocument/2006/relationships/slideLayout" Target="/ppt/slideLayouts/slideLayout49.xml" Id="R7b0da8252bd24603" /><Relationship Type="http://schemas.openxmlformats.org/officeDocument/2006/relationships/slideLayout" Target="/ppt/slideLayouts/slideLayout50.xml" Id="Rdde57653bd224374" /><Relationship Type="http://schemas.openxmlformats.org/officeDocument/2006/relationships/slideLayout" Target="/ppt/slideLayouts/slideLayout51.xml" Id="Rf4d02009ace942c1" /><Relationship Type="http://schemas.openxmlformats.org/officeDocument/2006/relationships/slideLayout" Target="/ppt/slideLayouts/slideLayout52.xml" Id="R7e729b7e94234c5c" /><Relationship Type="http://schemas.openxmlformats.org/officeDocument/2006/relationships/slideLayout" Target="/ppt/slideLayouts/slideLayout53.xml" Id="Re9029e0d5ac14e61" /><Relationship Type="http://schemas.openxmlformats.org/officeDocument/2006/relationships/slideLayout" Target="/ppt/slideLayouts/slideLayout54.xml" Id="Rdd85ca18bbf74610" /><Relationship Type="http://schemas.openxmlformats.org/officeDocument/2006/relationships/slideLayout" Target="/ppt/slideLayouts/slideLayout55.xml" Id="R774f77d905184daa" /><Relationship Type="http://schemas.openxmlformats.org/officeDocument/2006/relationships/slideLayout" Target="/ppt/slideLayouts/slideLayout56.xml" Id="Rc8521793244e4cae" /><Relationship Type="http://schemas.openxmlformats.org/officeDocument/2006/relationships/slideLayout" Target="/ppt/slideLayouts/slideLayout57.xml" Id="R23386cb23c584eb4" /><Relationship Type="http://schemas.openxmlformats.org/officeDocument/2006/relationships/slideLayout" Target="/ppt/slideLayouts/slideLayout58.xml" Id="R7734f63f426e42f0" /><Relationship Type="http://schemas.openxmlformats.org/officeDocument/2006/relationships/slideLayout" Target="/ppt/slideLayouts/slideLayout59.xml" Id="R1a31475d731d464d" /><Relationship Type="http://schemas.openxmlformats.org/officeDocument/2006/relationships/slideLayout" Target="/ppt/slideLayouts/slideLayout60.xml" Id="Rb08ae2b84b2640be" /><Relationship Type="http://schemas.openxmlformats.org/officeDocument/2006/relationships/slideLayout" Target="/ppt/slideLayouts/slideLayout61.xml" Id="Re44c2dbf2b824dba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e5a37c9c4324415d" /><Relationship Type="http://schemas.openxmlformats.org/officeDocument/2006/relationships/slideLayout" Target="/ppt/slideLayouts/slideLayout62.xml" Id="R661b407b821d45f8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555FAD9D-4264-414E-B076-39BC733257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 Medium"/>
              <a:buNone/>
              <a:defRPr sz="2800">
                <a:solidFill>
                  <a:schemeClr val="dk1"/>
                </a:solidFill>
                <a:latin typeface="Livvic Medium"/>
                <a:ea typeface="Livvic Medium"/>
                <a:cs typeface="Livvic Medium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>
                <a:solidFill>
                  <a:schemeClr val="dk1"/>
                </a:solidFill>
                <a:latin typeface="Livvic"/>
                <a:ea typeface="Livvic"/>
                <a:cs typeface="Livvic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>
                <a:solidFill>
                  <a:schemeClr val="dk1"/>
                </a:solidFill>
                <a:latin typeface="Livvic"/>
                <a:ea typeface="Livvic"/>
                <a:cs typeface="Livvic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>
                <a:solidFill>
                  <a:schemeClr val="dk1"/>
                </a:solidFill>
                <a:latin typeface="Livvic"/>
                <a:ea typeface="Livvic"/>
                <a:cs typeface="Livvic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>
                <a:solidFill>
                  <a:schemeClr val="dk1"/>
                </a:solidFill>
                <a:latin typeface="Livvic"/>
                <a:ea typeface="Livvic"/>
                <a:cs typeface="Livvic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>
                <a:solidFill>
                  <a:schemeClr val="dk1"/>
                </a:solidFill>
                <a:latin typeface="Livvic"/>
                <a:ea typeface="Livvic"/>
                <a:cs typeface="Livvic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>
                <a:solidFill>
                  <a:schemeClr val="dk1"/>
                </a:solidFill>
                <a:latin typeface="Livvic"/>
                <a:ea typeface="Livvic"/>
                <a:cs typeface="Livvic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>
                <a:solidFill>
                  <a:schemeClr val="dk1"/>
                </a:solidFill>
                <a:latin typeface="Livvic"/>
                <a:ea typeface="Livvic"/>
                <a:cs typeface="Livvic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>
                <a:solidFill>
                  <a:schemeClr val="dk1"/>
                </a:solidFill>
                <a:latin typeface="Livvic"/>
                <a:ea typeface="Livvic"/>
                <a:cs typeface="Livvic"/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610D904F-866D-41F1-AAA1-5676BF1B68E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 Light"/>
              <a:buChar char="●"/>
              <a:defRPr sz="1800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 Light"/>
              <a:buChar char="○"/>
              <a:defRPr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L="1371600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 Light"/>
              <a:buChar char="■"/>
              <a:defRPr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L="1828800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 Light"/>
              <a:buChar char="●"/>
              <a:defRPr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L="2286000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 Light"/>
              <a:buChar char="○"/>
              <a:defRPr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L="2743200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 Light"/>
              <a:buChar char="■"/>
              <a:defRPr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L="3200400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 Light"/>
              <a:buChar char="●"/>
              <a:defRPr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L="3657600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 Light"/>
              <a:buChar char="○"/>
              <a:defRPr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L="4114800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 Light"/>
              <a:buChar char="■"/>
              <a:defRPr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1E51F446-1516-407A-B1F0-65F3107EF4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buNone/>
              <a:defRPr sz="1300">
                <a:solidFill>
                  <a:schemeClr val="dk1"/>
                </a:solidFill>
              </a:defRPr>
            </a:lvl1pPr>
            <a:lvl2pPr algn="r">
              <a:buNone/>
              <a:defRPr sz="1300">
                <a:solidFill>
                  <a:schemeClr val="dk1"/>
                </a:solidFill>
              </a:defRPr>
            </a:lvl2pPr>
            <a:lvl3pPr algn="r">
              <a:buNone/>
              <a:defRPr sz="1300">
                <a:solidFill>
                  <a:schemeClr val="dk1"/>
                </a:solidFill>
              </a:defRPr>
            </a:lvl3pPr>
            <a:lvl4pPr algn="r">
              <a:buNone/>
              <a:defRPr sz="1300">
                <a:solidFill>
                  <a:schemeClr val="dk1"/>
                </a:solidFill>
              </a:defRPr>
            </a:lvl4pPr>
            <a:lvl5pPr algn="r">
              <a:buNone/>
              <a:defRPr sz="1300">
                <a:solidFill>
                  <a:schemeClr val="dk1"/>
                </a:solidFill>
              </a:defRPr>
            </a:lvl5pPr>
            <a:lvl6pPr algn="r">
              <a:buNone/>
              <a:defRPr sz="1300">
                <a:solidFill>
                  <a:schemeClr val="dk1"/>
                </a:solidFill>
              </a:defRPr>
            </a:lvl6pPr>
            <a:lvl7pPr algn="r">
              <a:buNone/>
              <a:defRPr sz="1300">
                <a:solidFill>
                  <a:schemeClr val="dk1"/>
                </a:solidFill>
              </a:defRPr>
            </a:lvl7pPr>
            <a:lvl8pPr algn="r">
              <a:buNone/>
              <a:defRPr sz="1300">
                <a:solidFill>
                  <a:schemeClr val="dk1"/>
                </a:solidFill>
              </a:defRPr>
            </a:lvl8pPr>
            <a:lvl9pPr algn="r">
              <a:buNone/>
              <a:defRPr sz="1300">
                <a:solidFill>
                  <a:schemeClr val="dk1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4cdd6d0ca547f9"/>
    <p:sldLayoutId xmlns:r="http://schemas.openxmlformats.org/officeDocument/2006/relationships" id="2147483650" r:id="R5b378efeafd249c8"/>
    <p:sldLayoutId xmlns:r="http://schemas.openxmlformats.org/officeDocument/2006/relationships" id="2147483651" r:id="R4fe3a37ab7174fe6"/>
    <p:sldLayoutId xmlns:r="http://schemas.openxmlformats.org/officeDocument/2006/relationships" id="2147483652" r:id="R493f3c6144754a23"/>
    <p:sldLayoutId xmlns:r="http://schemas.openxmlformats.org/officeDocument/2006/relationships" id="2147483653" r:id="R58152c86b4ea478f"/>
    <p:sldLayoutId xmlns:r="http://schemas.openxmlformats.org/officeDocument/2006/relationships" id="2147483654" r:id="Ra33ee363fbee4a99"/>
    <p:sldLayoutId xmlns:r="http://schemas.openxmlformats.org/officeDocument/2006/relationships" id="2147483655" r:id="Rbe7e0bd7eb384a69"/>
    <p:sldLayoutId xmlns:r="http://schemas.openxmlformats.org/officeDocument/2006/relationships" id="2147483656" r:id="R76ae2e8132ab4eca"/>
    <p:sldLayoutId xmlns:r="http://schemas.openxmlformats.org/officeDocument/2006/relationships" id="2147483657" r:id="R360a38a66c374f4e"/>
    <p:sldLayoutId xmlns:r="http://schemas.openxmlformats.org/officeDocument/2006/relationships" id="2147483658" r:id="R53b7412914c44246"/>
    <p:sldLayoutId xmlns:r="http://schemas.openxmlformats.org/officeDocument/2006/relationships" id="2147483659" r:id="Rb3e054e269724b41"/>
    <p:sldLayoutId xmlns:r="http://schemas.openxmlformats.org/officeDocument/2006/relationships" id="2147483660" r:id="R0d4f441bce8d4d87"/>
    <p:sldLayoutId xmlns:r="http://schemas.openxmlformats.org/officeDocument/2006/relationships" id="2147483661" r:id="R88cc609560b44ddc"/>
    <p:sldLayoutId xmlns:r="http://schemas.openxmlformats.org/officeDocument/2006/relationships" id="2147483662" r:id="Rdc37ca3b5d1c4c7d"/>
    <p:sldLayoutId xmlns:r="http://schemas.openxmlformats.org/officeDocument/2006/relationships" id="2147483663" r:id="R3c79c59e9a844850"/>
    <p:sldLayoutId xmlns:r="http://schemas.openxmlformats.org/officeDocument/2006/relationships" id="2147483664" r:id="R082b1c75e50f42a9"/>
    <p:sldLayoutId xmlns:r="http://schemas.openxmlformats.org/officeDocument/2006/relationships" id="2147483665" r:id="R2cbeafc079004971"/>
    <p:sldLayoutId xmlns:r="http://schemas.openxmlformats.org/officeDocument/2006/relationships" id="2147483666" r:id="Rf30acdcfcd614a98"/>
    <p:sldLayoutId xmlns:r="http://schemas.openxmlformats.org/officeDocument/2006/relationships" id="2147483667" r:id="Ra471a2809ec04029"/>
    <p:sldLayoutId xmlns:r="http://schemas.openxmlformats.org/officeDocument/2006/relationships" id="2147483668" r:id="R48d14372841d4662"/>
    <p:sldLayoutId xmlns:r="http://schemas.openxmlformats.org/officeDocument/2006/relationships" id="2147483669" r:id="R8e8f03fb803c45b6"/>
    <p:sldLayoutId xmlns:r="http://schemas.openxmlformats.org/officeDocument/2006/relationships" id="2147483670" r:id="R80495e92d90d4c04"/>
    <p:sldLayoutId xmlns:r="http://schemas.openxmlformats.org/officeDocument/2006/relationships" id="2147483671" r:id="R5efe3a22f1ab4b42"/>
    <p:sldLayoutId xmlns:r="http://schemas.openxmlformats.org/officeDocument/2006/relationships" id="2147483672" r:id="R91b0641ac6b34697"/>
    <p:sldLayoutId xmlns:r="http://schemas.openxmlformats.org/officeDocument/2006/relationships" id="2147483673" r:id="R4d2625d3eb194d6a"/>
    <p:sldLayoutId xmlns:r="http://schemas.openxmlformats.org/officeDocument/2006/relationships" id="2147483674" r:id="R364ca45fea33408d"/>
    <p:sldLayoutId xmlns:r="http://schemas.openxmlformats.org/officeDocument/2006/relationships" id="2147483675" r:id="Rbee968c199064bef"/>
    <p:sldLayoutId xmlns:r="http://schemas.openxmlformats.org/officeDocument/2006/relationships" id="2147483676" r:id="R26b9f8f7ad774a61"/>
    <p:sldLayoutId xmlns:r="http://schemas.openxmlformats.org/officeDocument/2006/relationships" id="2147483677" r:id="R2b531a5779484fc6"/>
    <p:sldLayoutId xmlns:r="http://schemas.openxmlformats.org/officeDocument/2006/relationships" id="2147483678" r:id="R09af1a0a3b744b6c"/>
    <p:sldLayoutId xmlns:r="http://schemas.openxmlformats.org/officeDocument/2006/relationships" id="2147483679" r:id="Rd897a9b11ec04889"/>
    <p:sldLayoutId xmlns:r="http://schemas.openxmlformats.org/officeDocument/2006/relationships" id="2147483680" r:id="R29bf6dc796124b7b"/>
    <p:sldLayoutId xmlns:r="http://schemas.openxmlformats.org/officeDocument/2006/relationships" id="2147483681" r:id="Rccf5de1d82934ab6"/>
    <p:sldLayoutId xmlns:r="http://schemas.openxmlformats.org/officeDocument/2006/relationships" id="2147483682" r:id="Rb00ec018df0a44f2"/>
    <p:sldLayoutId xmlns:r="http://schemas.openxmlformats.org/officeDocument/2006/relationships" id="2147483683" r:id="Rf2c7f52d54df4afe"/>
    <p:sldLayoutId xmlns:r="http://schemas.openxmlformats.org/officeDocument/2006/relationships" id="2147483684" r:id="R905d78f708bb405e"/>
    <p:sldLayoutId xmlns:r="http://schemas.openxmlformats.org/officeDocument/2006/relationships" id="2147483685" r:id="R91fe625849384278"/>
    <p:sldLayoutId xmlns:r="http://schemas.openxmlformats.org/officeDocument/2006/relationships" id="2147483686" r:id="R316ee8120bc44a0f"/>
    <p:sldLayoutId xmlns:r="http://schemas.openxmlformats.org/officeDocument/2006/relationships" id="2147483687" r:id="R72b38b32ffbd46e5"/>
    <p:sldLayoutId xmlns:r="http://schemas.openxmlformats.org/officeDocument/2006/relationships" id="2147483688" r:id="R5e5d7254a2b84112"/>
    <p:sldLayoutId xmlns:r="http://schemas.openxmlformats.org/officeDocument/2006/relationships" id="2147483689" r:id="R5ff875433b5e4a32"/>
    <p:sldLayoutId xmlns:r="http://schemas.openxmlformats.org/officeDocument/2006/relationships" id="2147483690" r:id="R9786dbb9729e4223"/>
    <p:sldLayoutId xmlns:r="http://schemas.openxmlformats.org/officeDocument/2006/relationships" id="2147483691" r:id="Rc2f707cb007f4163"/>
    <p:sldLayoutId xmlns:r="http://schemas.openxmlformats.org/officeDocument/2006/relationships" id="2147483692" r:id="R1b492f3c7e44439a"/>
    <p:sldLayoutId xmlns:r="http://schemas.openxmlformats.org/officeDocument/2006/relationships" id="2147483693" r:id="R0510be2c70144c3e"/>
    <p:sldLayoutId xmlns:r="http://schemas.openxmlformats.org/officeDocument/2006/relationships" id="2147483694" r:id="R8d1e883eceee4ff4"/>
    <p:sldLayoutId xmlns:r="http://schemas.openxmlformats.org/officeDocument/2006/relationships" id="2147483695" r:id="R0539ec628644443c"/>
    <p:sldLayoutId xmlns:r="http://schemas.openxmlformats.org/officeDocument/2006/relationships" id="2147483696" r:id="Refa3f2cc7ef6435d"/>
    <p:sldLayoutId xmlns:r="http://schemas.openxmlformats.org/officeDocument/2006/relationships" id="2147483697" r:id="R7b0da8252bd24603"/>
    <p:sldLayoutId xmlns:r="http://schemas.openxmlformats.org/officeDocument/2006/relationships" id="2147483698" r:id="Rdde57653bd224374"/>
    <p:sldLayoutId xmlns:r="http://schemas.openxmlformats.org/officeDocument/2006/relationships" id="2147483699" r:id="Rf4d02009ace942c1"/>
    <p:sldLayoutId xmlns:r="http://schemas.openxmlformats.org/officeDocument/2006/relationships" id="2147483700" r:id="R7e729b7e94234c5c"/>
    <p:sldLayoutId xmlns:r="http://schemas.openxmlformats.org/officeDocument/2006/relationships" id="2147483701" r:id="Re9029e0d5ac14e61"/>
    <p:sldLayoutId xmlns:r="http://schemas.openxmlformats.org/officeDocument/2006/relationships" id="2147483702" r:id="Rdd85ca18bbf74610"/>
    <p:sldLayoutId xmlns:r="http://schemas.openxmlformats.org/officeDocument/2006/relationships" id="2147483703" r:id="R774f77d905184daa"/>
    <p:sldLayoutId xmlns:r="http://schemas.openxmlformats.org/officeDocument/2006/relationships" id="2147483704" r:id="Rc8521793244e4cae"/>
    <p:sldLayoutId xmlns:r="http://schemas.openxmlformats.org/officeDocument/2006/relationships" id="2147483705" r:id="R23386cb23c584eb4"/>
    <p:sldLayoutId xmlns:r="http://schemas.openxmlformats.org/officeDocument/2006/relationships" id="2147483706" r:id="R7734f63f426e42f0"/>
    <p:sldLayoutId xmlns:r="http://schemas.openxmlformats.org/officeDocument/2006/relationships" id="2147483707" r:id="R1a31475d731d464d"/>
    <p:sldLayoutId xmlns:r="http://schemas.openxmlformats.org/officeDocument/2006/relationships" id="2147483708" r:id="Rb08ae2b84b2640be"/>
    <p:sldLayoutId xmlns:r="http://schemas.openxmlformats.org/officeDocument/2006/relationships" id="2147483709" r:id="Re44c2dbf2b824dba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rgbClr val="0E2A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7" name="Google Shape;527;p63">
            <a:extLst xmlns:a="http://schemas.openxmlformats.org/drawingml/2006/main">
              <a:ext uri="{FF2B5EF4-FFF2-40B4-BE49-F238E27FC236}">
                <a16:creationId xmlns:a16="http://schemas.microsoft.com/office/drawing/2014/main" id="{D78CD5E2-A5D3-4EAF-95AA-5BFFB8D5B0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68100" y="933450"/>
            <a:ext cx="7047300" cy="48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2pPr>
            <a:lvl3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3pPr>
            <a:lvl4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4pPr>
            <a:lvl5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5pPr>
            <a:lvl6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6pPr>
            <a:lvl7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7pPr>
            <a:lvl8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8pPr>
            <a:lvl9pPr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9pPr>
          </a:lstStyle>
          <a:p xmlns:a="http://schemas.openxmlformats.org/drawingml/2006/main"/>
        </p:txBody>
      </p:sp>
      <p:sp>
        <p:nvSpPr>
          <p:cNvPr id="528" name="Google Shape;528;p63">
            <a:extLst xmlns:a="http://schemas.openxmlformats.org/drawingml/2006/main">
              <a:ext uri="{FF2B5EF4-FFF2-40B4-BE49-F238E27FC236}">
                <a16:creationId xmlns:a16="http://schemas.microsoft.com/office/drawing/2014/main" id="{A696FBDB-97ED-457B-B6EE-285F0CFAACD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68100" y="1695450"/>
            <a:ext cx="7047300" cy="250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1pPr>
            <a:lvl2pPr marL="9144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2pPr>
            <a:lvl3pPr marL="13716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3pPr>
            <a:lvl4pPr marL="18288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4pPr>
            <a:lvl5pPr marL="22860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5pPr>
            <a:lvl6pPr marL="27432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6pPr>
            <a:lvl7pPr marL="32004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7pPr>
            <a:lvl8pPr marL="36576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8pPr>
            <a:lvl9pPr marL="41148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9pPr>
          </a:lstStyle>
          <a:p xmlns:a="http://schemas.openxmlformats.org/drawingml/2006/main"/>
        </p:txBody>
      </p:sp>
      <p:sp>
        <p:nvSpPr>
          <p:cNvPr id="529" name="Google Shape;529;p63">
            <a:extLst xmlns:a="http://schemas.openxmlformats.org/drawingml/2006/main">
              <a:ext uri="{FF2B5EF4-FFF2-40B4-BE49-F238E27FC236}">
                <a16:creationId xmlns:a16="http://schemas.microsoft.com/office/drawing/2014/main" id="{F6CEC1BA-4D1D-4E2F-996C-3392FA7B6D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1pPr>
            <a:lvl2pPr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2pPr>
            <a:lvl3pPr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3pPr>
            <a:lvl4pPr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4pPr>
            <a:lvl5pPr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5pPr>
            <a:lvl6pPr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6pPr>
            <a:lvl7pPr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7pPr>
            <a:lvl8pPr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8pPr>
            <a:lvl9pPr algn="r">
              <a:buNone/>
              <a:defRPr sz="13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711" r:id="R661b407b821d45f8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Animal Center XL by Slidesgo">
  <a:themeElements>
    <a:clrScheme name="Simple Light">
      <a:dk1>
        <a:srgbClr val="2E2E2E"/>
      </a:dk1>
      <a:lt1>
        <a:srgbClr val="F5F5F5"/>
      </a:lt1>
      <a:dk2>
        <a:srgbClr val="595959"/>
      </a:dk2>
      <a:lt2>
        <a:srgbClr val="EEEEEE"/>
      </a:lt2>
      <a:accent1>
        <a:srgbClr val="B3B9FB"/>
      </a:accent1>
      <a:accent2>
        <a:srgbClr val="FFDB8F"/>
      </a:accent2>
      <a:accent3>
        <a:srgbClr val="9DE0EE"/>
      </a:accent3>
      <a:accent4>
        <a:srgbClr val="D2D6FD"/>
      </a:accent4>
      <a:accent5>
        <a:srgbClr val="F3E0B7"/>
      </a:accent5>
      <a:accent6>
        <a:srgbClr val="C9F0F8"/>
      </a:accent6>
      <a:hlink>
        <a:srgbClr val="2E2E2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b6cc0e07ac7f4d4b" /><Relationship Type="http://schemas.openxmlformats.org/officeDocument/2006/relationships/notesSlide" Target="/ppt/notesSlides/notesSlide1.xml" Id="R7e716c2e1dc2466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bf42aa39ed274ee0" /><Relationship Type="http://schemas.openxmlformats.org/officeDocument/2006/relationships/notesSlide" Target="/ppt/notesSlides/notesSlide2.xml" Id="R3648fecff9cd4d0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5b093745fbae48d8" /><Relationship Type="http://schemas.openxmlformats.org/officeDocument/2006/relationships/image" Target="/ppt/media/image.png" Id="Rb66e47f9b2ee4494" /><Relationship Type="http://schemas.openxmlformats.org/officeDocument/2006/relationships/notesSlide" Target="/ppt/notesSlides/notesSlide3.xml" Id="R5ef660e1102a41a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1e08ac7f79d849e6" /><Relationship Type="http://schemas.openxmlformats.org/officeDocument/2006/relationships/notesSlide" Target="/ppt/notesSlides/notesSlide4.xml" Id="R40e00326a33d4c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adfd99be97b54d0d" /><Relationship Type="http://schemas.openxmlformats.org/officeDocument/2006/relationships/notesSlide" Target="/ppt/notesSlides/notesSlide5.xml" Id="Rae3f0df578894d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0abf59680bcd4b4f" /><Relationship Type="http://schemas.openxmlformats.org/officeDocument/2006/relationships/notesSlide" Target="/ppt/notesSlides/notesSlide6.xml" Id="Rc6d05a06d1a744f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5c48a12e4d69458b" /><Relationship Type="http://schemas.openxmlformats.org/officeDocument/2006/relationships/image" Target="/ppt/media/image2.png" Id="R380e95f794504bdd" /><Relationship Type="http://schemas.openxmlformats.org/officeDocument/2006/relationships/image" Target="/ppt/media/image3.png" Id="Ree526d6358d44e9a" /><Relationship Type="http://schemas.openxmlformats.org/officeDocument/2006/relationships/notesSlide" Target="/ppt/notesSlides/notesSlide7.xml" Id="Rd0fd6291e90a491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51a2e6d05ea3498d" /><Relationship Type="http://schemas.openxmlformats.org/officeDocument/2006/relationships/notesSlide" Target="/ppt/notesSlides/notesSlide8.xml" Id="R6b913aa8013448c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5f6b8acefadf4325" /><Relationship Type="http://schemas.openxmlformats.org/officeDocument/2006/relationships/notesSlide" Target="/ppt/notesSlides/notesSlide9.xml" Id="Ra382ee2e3fd54e4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e7083d29bbd34b78" /><Relationship Type="http://schemas.openxmlformats.org/officeDocument/2006/relationships/notesSlide" Target="/ppt/notesSlides/notesSlide10.xml" Id="R74f42181ff7e477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36324d0531ee4231" /><Relationship Type="http://schemas.openxmlformats.org/officeDocument/2006/relationships/notesSlide" Target="/ppt/notesSlides/notesSlide11.xml" Id="R6f62d91ef5654c8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000577a67dbb4838" /><Relationship Type="http://schemas.openxmlformats.org/officeDocument/2006/relationships/notesSlide" Target="/ppt/notesSlides/notesSlide12.xml" Id="R86e0f9c08db645a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5433da16df0545a5" /><Relationship Type="http://schemas.openxmlformats.org/officeDocument/2006/relationships/notesSlide" Target="/ppt/notesSlides/notesSlide13.xml" Id="Rdc4894652268424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c930ca42c8e04d33" /><Relationship Type="http://schemas.openxmlformats.org/officeDocument/2006/relationships/notesSlide" Target="/ppt/notesSlides/notesSlide14.xml" Id="R1c2e050383914ff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11c5bc8a51f6404e" /><Relationship Type="http://schemas.openxmlformats.org/officeDocument/2006/relationships/notesSlide" Target="/ppt/notesSlides/notesSlide15.xml" Id="R7584d4618839460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343cf5db923443f1" /><Relationship Type="http://schemas.openxmlformats.org/officeDocument/2006/relationships/notesSlide" Target="/ppt/notesSlides/notesSlide16.xml" Id="Re1b341870e2b426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543f79c3a4fa404d" /><Relationship Type="http://schemas.openxmlformats.org/officeDocument/2006/relationships/notesSlide" Target="/ppt/notesSlides/notesSlide17.xml" Id="R459a888f7066403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8ce0863464154ca9" /><Relationship Type="http://schemas.openxmlformats.org/officeDocument/2006/relationships/image" Target="/ppt/media/image4.png" Id="R6f2f54c92bff4439" /><Relationship Type="http://schemas.openxmlformats.org/officeDocument/2006/relationships/notesSlide" Target="/ppt/notesSlides/notesSlide18.xml" Id="R97db97276b624a7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ff70ae00e3744381" /><Relationship Type="http://schemas.openxmlformats.org/officeDocument/2006/relationships/notesSlide" Target="/ppt/notesSlides/notesSlide19.xml" Id="Rd7a52e6c9e4c4d2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5c0d8e75368d4908" /><Relationship Type="http://schemas.openxmlformats.org/officeDocument/2006/relationships/image" Target="/ppt/media/image5.png" Id="R2738e51ef6ff4658" /><Relationship Type="http://schemas.openxmlformats.org/officeDocument/2006/relationships/notesSlide" Target="/ppt/notesSlides/notesSlide20.xml" Id="R808b63b5511d465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811b9dc2957e4e9e" /><Relationship Type="http://schemas.openxmlformats.org/officeDocument/2006/relationships/notesSlide" Target="/ppt/notesSlides/notesSlide21.xml" Id="Rc3ad24e59d17464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1edd87362b414959" /><Relationship Type="http://schemas.openxmlformats.org/officeDocument/2006/relationships/notesSlide" Target="/ppt/notesSlides/notesSlide22.xml" Id="Rdb39eb9ae8ee4be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180153545ab74c5d" /><Relationship Type="http://schemas.openxmlformats.org/officeDocument/2006/relationships/notesSlide" Target="/ppt/notesSlides/notesSlide23.xml" Id="Rcc6b9ba237f0463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a1b2d7f2e04540c2" /><Relationship Type="http://schemas.openxmlformats.org/officeDocument/2006/relationships/image" Target="/ppt/media/image6.png" Id="R27f3d1d3b09b4b13" /><Relationship Type="http://schemas.openxmlformats.org/officeDocument/2006/relationships/notesSlide" Target="/ppt/notesSlides/notesSlide24.xml" Id="Ra998d6e5432d4f6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c794522b588c4f09" /><Relationship Type="http://schemas.openxmlformats.org/officeDocument/2006/relationships/notesSlide" Target="/ppt/notesSlides/notesSlide25.xml" Id="R1229edd14724497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d24041273e0141c2" /><Relationship Type="http://schemas.openxmlformats.org/officeDocument/2006/relationships/image" Target="/ppt/media/image7.png" Id="R70b3e39e8df24331" /><Relationship Type="http://schemas.openxmlformats.org/officeDocument/2006/relationships/notesSlide" Target="/ppt/notesSlides/notesSlide26.xml" Id="R25cf933a843e405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126098db7e6e41ee" /><Relationship Type="http://schemas.openxmlformats.org/officeDocument/2006/relationships/image" Target="/ppt/media/image8.png" Id="R80e3749304fe4b4f" /><Relationship Type="http://schemas.openxmlformats.org/officeDocument/2006/relationships/notesSlide" Target="/ppt/notesSlides/notesSlide27.xml" Id="Ref95916ea99c4a7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7ba23645d641410a" /><Relationship Type="http://schemas.openxmlformats.org/officeDocument/2006/relationships/notesSlide" Target="/ppt/notesSlides/notesSlide28.xml" Id="R0fbc487d79f4417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df5b8e25b3884db4" /><Relationship Type="http://schemas.openxmlformats.org/officeDocument/2006/relationships/notesSlide" Target="/ppt/notesSlides/notesSlide29.xml" Id="R119acd087a274c4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469a8b515c0c4998" /><Relationship Type="http://schemas.openxmlformats.org/officeDocument/2006/relationships/notesSlide" Target="/ppt/notesSlides/notesSlide30.xml" Id="R07f159a788cf4d9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7417fd6ec78f4538" /><Relationship Type="http://schemas.openxmlformats.org/officeDocument/2006/relationships/notesSlide" Target="/ppt/notesSlides/notesSlide31.xml" Id="R3708feefcffb455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D0F7DA0A-A285-49CA-BAB4-8A9B9895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7750"/>
            <a:ext cx="8001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2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defPPr>
            <a:lvl1pPr algn="l">
              <a:buNone/>
              <a:defRPr sz="52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1pPr>
            <a:lvl2pPr algn="l">
              <a:buNone/>
              <a:defRPr sz="52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2pPr>
            <a:lvl3pPr algn="l">
              <a:buNone/>
              <a:defRPr sz="52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3pPr>
            <a:lvl4pPr algn="l">
              <a:buNone/>
              <a:defRPr sz="52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4pPr>
            <a:lvl5pPr algn="l">
              <a:buNone/>
              <a:defRPr sz="52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5pPr>
            <a:lvl6pPr algn="l">
              <a:buNone/>
              <a:defRPr sz="52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6pPr>
            <a:lvl7pPr algn="l">
              <a:buNone/>
              <a:defRPr sz="52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7pPr>
            <a:lvl8pPr algn="l">
              <a:buNone/>
              <a:defRPr sz="52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8pPr>
            <a:lvl9pPr algn="l">
              <a:buNone/>
              <a:defRPr sz="52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9pPr>
          </a:lstStyle>
          <a:p xmlns:a="http://schemas.openxmlformats.org/drawingml/2006/main">
            <a:pPr algn="l">
              <a:buNone/>
              <a:defRPr sz="52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pPr>
            <a:r>
              <a:rPr sz="52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rPr>
              <a:t>SyDog-Video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684AAF9A-A628-4799-9049-52B1E31D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57400"/>
            <a:ext cx="7905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用合成犬隻影片學習時序姿態估計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DE558C-081A-4794-B49B-C50F579F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7622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3B9FB"/>
            </a:solidFill>
          </a:ln>
        </p:spPr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57B4046E-13EF-4A30-ACF4-C7C27056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813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defPPr>
            <a:lvl1pPr algn="l">
              <a:buNone/>
              <a:defRPr sz="18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1pPr>
            <a:lvl2pPr algn="l">
              <a:buNone/>
              <a:defRPr sz="18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2pPr>
            <a:lvl3pPr algn="l">
              <a:buNone/>
              <a:defRPr sz="18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3pPr>
            <a:lvl4pPr algn="l">
              <a:buNone/>
              <a:defRPr sz="18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4pPr>
            <a:lvl5pPr algn="l">
              <a:buNone/>
              <a:defRPr sz="18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5pPr>
            <a:lvl6pPr algn="l">
              <a:buNone/>
              <a:defRPr sz="18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6pPr>
            <a:lvl7pPr algn="l">
              <a:buNone/>
              <a:defRPr sz="18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7pPr>
            <a:lvl8pPr algn="l">
              <a:buNone/>
              <a:defRPr sz="18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8pPr>
            <a:lvl9pPr algn="l">
              <a:buNone/>
              <a:defRPr sz="18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pPr>
            <a:r>
              <a:rPr sz="1875" b="0">
                <a:solidFill>
                  <a:srgbClr val="303035"/>
                </a:solidFill>
                <a:latin typeface="Lato"/>
                <a:ea typeface="Lato"/>
                <a:cs typeface="Lato"/>
              </a:rPr>
              <a:t>A Synthetic Dog Video Dataset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pPr>
            <a:r>
              <a:rPr sz="1875" b="0">
                <a:solidFill>
                  <a:srgbClr val="303035"/>
                </a:solidFill>
                <a:latin typeface="Lato"/>
                <a:ea typeface="Lato"/>
                <a:cs typeface="Lato"/>
              </a:rPr>
              <a:t>for Temporal Pose Estimation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756AE60C-5065-4823-9EB1-11FF5381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10025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defPPr>
            <a:lvl1pPr algn="l">
              <a:buNone/>
              <a:defRPr sz="135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1pPr>
            <a:lvl2pPr algn="l">
              <a:buNone/>
              <a:defRPr sz="135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2pPr>
            <a:lvl3pPr algn="l">
              <a:buNone/>
              <a:defRPr sz="135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3pPr>
            <a:lvl4pPr algn="l">
              <a:buNone/>
              <a:defRPr sz="135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4pPr>
            <a:lvl5pPr algn="l">
              <a:buNone/>
              <a:defRPr sz="135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5pPr>
            <a:lvl6pPr algn="l">
              <a:buNone/>
              <a:defRPr sz="135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6pPr>
            <a:lvl7pPr algn="l">
              <a:buNone/>
              <a:defRPr sz="135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7pPr>
            <a:lvl8pPr algn="l">
              <a:buNone/>
              <a:defRPr sz="135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8pPr>
            <a:lvl9pPr algn="l">
              <a:buNone/>
              <a:defRPr sz="135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303035"/>
                </a:solidFill>
                <a:latin typeface="Lato"/>
                <a:ea typeface="Lato"/>
                <a:cs typeface="Lato"/>
              </a:rPr>
              <a:t>Moira Shooter · Charles Malleson · Adrian Hilton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303035"/>
                </a:solidFill>
                <a:latin typeface="Lato"/>
                <a:ea typeface="Lato"/>
                <a:cs typeface="Lato"/>
              </a:rPr>
              <a:t>International Journal of Computer Vision, 132:1986–2002 (2024)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7862FCC9-1F9B-48D1-A3BF-A17F242DE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p.1；DOI: 10.1007/s11263-023-01946-z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E8B82E3F-BB2E-4C62-BEAE-CC1522F8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0">
            <a:extLst xmlns:a="http://schemas.openxmlformats.org/drawingml/2006/main">
              <a:ext uri="{FF2B5EF4-FFF2-40B4-BE49-F238E27FC236}">
                <a16:creationId xmlns:a16="http://schemas.microsoft.com/office/drawing/2014/main" id="{8D1942AE-7EA5-45DD-9677-5ACE0998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報告架構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F0E0B07E-5C95-41D4-BAAC-A0691B11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9675"/>
            <a:ext cx="647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defPPr>
            <a:lvl1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1pPr>
            <a:lvl2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2pPr>
            <a:lvl3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3pPr>
            <a:lvl4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4pPr>
            <a:lvl5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5pPr>
            <a:lvl6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6pPr>
            <a:lvl7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7pPr>
            <a:lvl8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8pPr>
            <a:lvl9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pPr>
            <a:r>
              <a: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rPr>
              <a:t>01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D64FD442-8210-4A30-967C-49F76436D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1209675"/>
            <a:ext cx="3905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研究問題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D5B10AF9-65FE-49B8-BE75-D24EAE18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1543050"/>
            <a:ext cx="600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影片姿態估計為何需要合成資料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D6E68F46-26D1-403B-82A4-F18AC7ED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352550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pPr>
            <a:r>
              <a:rPr sz="1575" b="0">
                <a:solidFill>
                  <a:srgbClr val="303035"/>
                </a:solidFill>
                <a:latin typeface="Lato"/>
                <a:ea typeface="Lato"/>
                <a:cs typeface="Lato"/>
              </a:rPr>
              <a:t>03–04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8AE0A9-BC57-4632-8095-BEAA07022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1905000"/>
            <a:ext cx="720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D9E7"/>
            </a:solidFill>
          </a:ln>
        </p:spPr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9C8F97E5-C17B-4E68-B9DE-C8C7EC70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0250"/>
            <a:ext cx="647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defPPr>
            <a:lvl1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1pPr>
            <a:lvl2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2pPr>
            <a:lvl3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3pPr>
            <a:lvl4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4pPr>
            <a:lvl5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5pPr>
            <a:lvl6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6pPr>
            <a:lvl7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7pPr>
            <a:lvl8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8pPr>
            <a:lvl9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pPr>
            <a:r>
              <a: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rPr>
              <a:t>02</a:t>
            </a:r>
          </a:p>
        </p:txBody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B19CA84D-C121-434D-8187-59974BF7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000250"/>
            <a:ext cx="3905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資料生成與標註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CEEFFF6C-1EEB-4D8E-B9BC-D0F20302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333625"/>
            <a:ext cx="600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SyDog-Video 與 Dogio-11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C5EF0948-3B78-45E6-B1D9-89DFFDB6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43125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pPr>
            <a:r>
              <a:rPr sz="1575" b="0">
                <a:solidFill>
                  <a:srgbClr val="303035"/>
                </a:solidFill>
                <a:latin typeface="Lato"/>
                <a:ea typeface="Lato"/>
                <a:cs typeface="Lato"/>
              </a:rPr>
              <a:t>05–11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B3B0C2-BBDB-4761-973A-F57FDFAE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695575"/>
            <a:ext cx="720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D9E7"/>
            </a:solidFill>
          </a:ln>
        </p:spPr>
      </p:sp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16BB6AE8-4208-4923-9848-66F8C562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90825"/>
            <a:ext cx="647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defPPr>
            <a:lvl1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1pPr>
            <a:lvl2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2pPr>
            <a:lvl3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3pPr>
            <a:lvl4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4pPr>
            <a:lvl5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5pPr>
            <a:lvl6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6pPr>
            <a:lvl7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7pPr>
            <a:lvl8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8pPr>
            <a:lvl9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pPr>
            <a:r>
              <a: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rPr>
              <a:t>03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B7ED05D0-E6AE-411A-A23B-3ACB0C9D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790825"/>
            <a:ext cx="3905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模型與實驗設計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19561DEE-2791-4ABB-A03A-F502573C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3124200"/>
            <a:ext cx="600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五幀時序、轉移策略及評估指標</a:t>
            </a:r>
          </a:p>
        </p:txBody>
      </p:sp>
      <p:sp>
        <p:nvSpPr>
          <p:cNvPr id="15" name="text-12">
            <a:extLst xmlns:a="http://schemas.openxmlformats.org/drawingml/2006/main">
              <a:ext uri="{FF2B5EF4-FFF2-40B4-BE49-F238E27FC236}">
                <a16:creationId xmlns:a16="http://schemas.microsoft.com/office/drawing/2014/main" id="{076979EB-B326-49D7-9F15-678B2AB8D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933700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pPr>
            <a:r>
              <a:rPr sz="1575" b="0">
                <a:solidFill>
                  <a:srgbClr val="303035"/>
                </a:solidFill>
                <a:latin typeface="Lato"/>
                <a:ea typeface="Lato"/>
                <a:cs typeface="Lato"/>
              </a:rPr>
              <a:t>12–16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7FA2B8-E21D-45E1-8555-1F322E5F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3486150"/>
            <a:ext cx="720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D9E7"/>
            </a:solidFill>
          </a:ln>
        </p:spPr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8FCD9E44-62EE-459C-896D-D555C1C0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81400"/>
            <a:ext cx="647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defPPr>
            <a:lvl1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1pPr>
            <a:lvl2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2pPr>
            <a:lvl3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3pPr>
            <a:lvl4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4pPr>
            <a:lvl5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5pPr>
            <a:lvl6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6pPr>
            <a:lvl7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7pPr>
            <a:lvl8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8pPr>
            <a:lvl9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pPr>
            <a:r>
              <a:rPr sz="2925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rPr>
              <a:t>04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D96C0813-B3DC-49BA-AB4B-6A19E81F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3581400"/>
            <a:ext cx="3905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結果與討論</a:t>
            </a:r>
          </a:p>
        </p:txBody>
      </p:sp>
      <p:sp>
        <p:nvSpPr>
          <p:cNvPr id="19" name="text-15">
            <a:extLst xmlns:a="http://schemas.openxmlformats.org/drawingml/2006/main">
              <a:ext uri="{FF2B5EF4-FFF2-40B4-BE49-F238E27FC236}">
                <a16:creationId xmlns:a16="http://schemas.microsoft.com/office/drawing/2014/main" id="{250C7187-17EB-4FBF-BFAE-633D3C53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3914775"/>
            <a:ext cx="600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成效、消融實驗與適用邊界</a:t>
            </a:r>
          </a:p>
        </p:txBody>
      </p:sp>
      <p:sp>
        <p:nvSpPr>
          <p:cNvPr id="20" name="text-16">
            <a:extLst xmlns:a="http://schemas.openxmlformats.org/drawingml/2006/main">
              <a:ext uri="{FF2B5EF4-FFF2-40B4-BE49-F238E27FC236}">
                <a16:creationId xmlns:a16="http://schemas.microsoft.com/office/drawing/2014/main" id="{7512CB4C-AF6C-44EE-9F51-750F8D27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724275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575" b="0">
                <a:solidFill>
                  <a:srgbClr val="303035"/>
                </a:solidFill>
                <a:latin typeface="Lato"/>
                <a:ea typeface="Lato"/>
                <a:cs typeface="Lato"/>
              </a:defRPr>
            </a:pPr>
            <a:r>
              <a:rPr sz="1575" b="0">
                <a:solidFill>
                  <a:srgbClr val="303035"/>
                </a:solidFill>
                <a:latin typeface="Lato"/>
                <a:ea typeface="Lato"/>
                <a:cs typeface="Lato"/>
              </a:rPr>
              <a:t>17–31</a:t>
            </a:r>
          </a:p>
        </p:txBody>
      </p:sp>
      <p:sp>
        <p:nvSpPr>
          <p:cNvPr id="21" name="text-17">
            <a:extLst xmlns:a="http://schemas.openxmlformats.org/drawingml/2006/main">
              <a:ext uri="{FF2B5EF4-FFF2-40B4-BE49-F238E27FC236}">
                <a16:creationId xmlns:a16="http://schemas.microsoft.com/office/drawing/2014/main" id="{C6A51957-CB01-4AA3-A4A9-63B4029CC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依論文學習順序整理</a:t>
            </a:r>
          </a:p>
        </p:txBody>
      </p:sp>
      <p:sp>
        <p:nvSpPr>
          <p:cNvPr id="22" name="text-18">
            <a:extLst xmlns:a="http://schemas.openxmlformats.org/drawingml/2006/main">
              <a:ext uri="{FF2B5EF4-FFF2-40B4-BE49-F238E27FC236}">
                <a16:creationId xmlns:a16="http://schemas.microsoft.com/office/drawing/2014/main" id="{3D6FD8BE-7376-427C-8112-050F226B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0">
            <a:extLst xmlns:a="http://schemas.openxmlformats.org/drawingml/2006/main">
              <a:ext uri="{FF2B5EF4-FFF2-40B4-BE49-F238E27FC236}">
                <a16:creationId xmlns:a16="http://schemas.microsoft.com/office/drawing/2014/main" id="{165B6CF6-4359-4D87-801E-624B15EB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犬隻影片姿態估計的困難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F79AE3D5-BAA4-4779-BC4B-C69164345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19200"/>
            <a:ext cx="4829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逐幀估計缺少前後文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E7CD9ABC-86C9-4FD5-B662-85C92561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43050"/>
            <a:ext cx="48291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短暫遮蔽與大幅動作，容易造成關節位置誤判。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CE4B8648-765F-4498-AF20-99B06F31C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52650"/>
            <a:ext cx="4829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人工標註影片成本高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5978272C-9268-4F76-94A4-BF99C9F9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76500"/>
            <a:ext cx="48291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犬種、體型、毛色與姿態差異，使資料需求增加。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A7EE162B-68AF-4A5B-9072-2F7C4614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86100"/>
            <a:ext cx="4829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研究問題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1E0E09B7-FAAF-4C84-BC88-878BAA75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09950"/>
            <a:ext cx="48291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合成影片能否支援少量真實影片的時序姿態學習？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574359-5750-4FC6-91E5-3D8D33B2BB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6e47f9b2ee4494"/>
          <a:stretch xmlns:a="http://schemas.openxmlformats.org/drawingml/2006/main"/>
        </p:blipFill>
        <p:spPr>
          <a:xfrm xmlns:a="http://schemas.openxmlformats.org/drawingml/2006/main">
            <a:off x="5685170" y="1371600"/>
            <a:ext cx="2745710" cy="2762250"/>
          </a:xfrm>
          <a:prstGeom xmlns:a="http://schemas.openxmlformats.org/drawingml/2006/main" prst="rect">
            <a:avLst/>
          </a:prstGeom>
        </p:spPr>
      </p:pic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529CC0EA-4751-4A00-8FA6-84720B97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28625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0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0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0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0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0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0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0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0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0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合成測試影像示例｜綠：真值；藍：預測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B208A979-5DFA-450D-BC9B-F15FC076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pp.1–2；Fig.3（p.8）</a:t>
            </a:r>
          </a:p>
        </p:txBody>
      </p:sp>
      <p:sp>
        <p:nvSpPr>
          <p:cNvPr id="11" name="text-9">
            <a:extLst xmlns:a="http://schemas.openxmlformats.org/drawingml/2006/main">
              <a:ext uri="{FF2B5EF4-FFF2-40B4-BE49-F238E27FC236}">
                <a16:creationId xmlns:a16="http://schemas.microsoft.com/office/drawing/2014/main" id="{01392A45-8318-408A-B6D2-6376019BE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0">
            <a:extLst xmlns:a="http://schemas.openxmlformats.org/drawingml/2006/main">
              <a:ext uri="{FF2B5EF4-FFF2-40B4-BE49-F238E27FC236}">
                <a16:creationId xmlns:a16="http://schemas.microsoft.com/office/drawing/2014/main" id="{C4908C5A-BAE0-4916-BE2E-2C30B307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論文的主要貢獻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224BCB96-D38D-41AF-96D4-8699479EE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85875"/>
            <a:ext cx="2628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defPPr>
            <a:lvl1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1pPr>
            <a:lvl2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2pPr>
            <a:lvl3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3pPr>
            <a:lvl4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4pPr>
            <a:lvl5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5pPr>
            <a:lvl6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6pPr>
            <a:lvl7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7pPr>
            <a:lvl8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8pPr>
            <a:lvl9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pPr>
            <a:r>
              <a: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rPr>
              <a:t>500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1DE45AF3-4C84-4B5E-A4AE-AC67144D4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47875"/>
            <a:ext cx="2619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段合成影片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B4ED2316-3484-4B46-BD3A-18174D7FF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285875"/>
            <a:ext cx="2628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defPPr>
            <a:lvl1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1pPr>
            <a:lvl2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2pPr>
            <a:lvl3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3pPr>
            <a:lvl4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4pPr>
            <a:lvl5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5pPr>
            <a:lvl6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6pPr>
            <a:lvl7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7pPr>
            <a:lvl8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8pPr>
            <a:lvl9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pPr>
            <a:r>
              <a: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rPr>
              <a:t>87,500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50B19E06-0F58-477C-96E7-B479D1928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47875"/>
            <a:ext cx="2619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張影格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E7705A36-3818-4C3A-B601-D1A42688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285875"/>
            <a:ext cx="2628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defPPr>
            <a:lvl1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1pPr>
            <a:lvl2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2pPr>
            <a:lvl3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3pPr>
            <a:lvl4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4pPr>
            <a:lvl5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5pPr>
            <a:lvl6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6pPr>
            <a:lvl7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7pPr>
            <a:lvl8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8pPr>
            <a:lvl9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defRPr>
            </a:pPr>
            <a:r>
              <a:rPr sz="4350" b="1">
                <a:solidFill>
                  <a:srgbClr val="514889"/>
                </a:solidFill>
                <a:latin typeface="Livvic Medium"/>
                <a:ea typeface="Livvic Medium"/>
                <a:cs typeface="Livvic Medium"/>
              </a:rPr>
              <a:t>33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646F750B-1328-4B8A-A9EB-CA12EB52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47875"/>
            <a:ext cx="2619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個二維關鍵點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383B8DC9-0930-458F-A00E-85776267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765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資料貢獻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D726AEFB-25F9-493E-8B7C-46C2E4FB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00400"/>
            <a:ext cx="800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Unity3D 生成影片，同步輸出關鍵點、邊界框與分割圖。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4566C465-0A08-4373-B85B-7716B65B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52825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實驗貢獻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7B0F19ED-3FBB-4335-8B8F-7DD30D05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76675"/>
            <a:ext cx="800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檢驗合成預訓練、真實微調，以及時間資訊的作用。</a:t>
            </a:r>
          </a:p>
        </p:txBody>
      </p:sp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0EC04DB7-3E90-4373-9DF4-A9766D81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005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主軸是合成資料與轉移學習驗證；採用既有 LSTM Pose Machine。</a:t>
            </a:r>
          </a:p>
        </p:txBody>
      </p:sp>
      <p:sp>
        <p:nvSpPr>
          <p:cNvPr id="13" name="text-12">
            <a:extLst xmlns:a="http://schemas.openxmlformats.org/drawingml/2006/main">
              <a:ext uri="{FF2B5EF4-FFF2-40B4-BE49-F238E27FC236}">
                <a16:creationId xmlns:a16="http://schemas.microsoft.com/office/drawing/2014/main" id="{C8535EEB-02D4-447D-8091-05BA75C0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p.2；§3.3（p.4）；§4.2.2（p.6）</a:t>
            </a:r>
          </a:p>
        </p:txBody>
      </p:sp>
      <p:sp>
        <p:nvSpPr>
          <p:cNvPr id="14" name="text-13">
            <a:extLst xmlns:a="http://schemas.openxmlformats.org/drawingml/2006/main">
              <a:ext uri="{FF2B5EF4-FFF2-40B4-BE49-F238E27FC236}">
                <a16:creationId xmlns:a16="http://schemas.microsoft.com/office/drawing/2014/main" id="{7944D836-17A7-47E2-8B19-1FC96632B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709679CE-2B85-4014-A1C2-1F034361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38275"/>
            <a:ext cx="1809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defPPr>
            <a:lvl1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1pPr>
            <a:lvl2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2pPr>
            <a:lvl3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3pPr>
            <a:lvl4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4pPr>
            <a:lvl5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5pPr>
            <a:lvl6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6pPr>
            <a:lvl7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7pPr>
            <a:lvl8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8pPr>
            <a:lvl9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9pPr>
          </a:lstStyle>
          <a:p xmlns:a="http://schemas.openxmlformats.org/drawingml/2006/main">
            <a: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pPr>
            <a:r>
              <a: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rPr>
              <a:t>02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89E68798-526C-41F6-9857-2AA7F50FB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47825"/>
            <a:ext cx="581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資料生成與標註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E347F4-4016-4E09-B7DD-E7AB8D3D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543175"/>
            <a:ext cx="523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DE0EE"/>
            </a:solidFill>
          </a:ln>
        </p:spPr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56EAB74B-957E-4F20-9EC4-51673CA6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886075"/>
            <a:ext cx="5238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建立有時間連續性的合成資料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並定義可比較的真實測試集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FB25B55C-EDF2-4E1A-B8A7-58D42CCD2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§3–4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6872783D-A8FB-43BE-9708-16A9BC002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DBBB79-1D4D-424C-8643-5F7F1D04816E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457950" y="2247900"/>
            <a:ext cx="238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14889"/>
            </a:solidFill>
            <a:tailEnd type="triangle" w="sm" len="sm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631426-04DC-4304-A3C7-E799458B358E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4391025" y="2247900"/>
            <a:ext cx="238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14889"/>
            </a:solidFill>
            <a:tailEnd type="triangle" w="sm" len="sm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46DC58-537F-42EA-ABFC-7A54F81647BB}"/>
              </a:ext>
            </a:extLst>
          </p:cNvPr>
          <p:cNvCxnSpPr>
            <a:stCxn xmlns:a="http://schemas.openxmlformats.org/drawingml/2006/main" id="2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324100" y="2247900"/>
            <a:ext cx="238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14889"/>
            </a:solidFill>
            <a:tailEnd type="triangle" w="sm" len="sm"/>
          </a:ln>
        </p:spPr>
      </p:cxnSp>
      <p:sp>
        <p:nvSpPr>
          <p:cNvPr id="21" name="text-0">
            <a:extLst xmlns:a="http://schemas.openxmlformats.org/drawingml/2006/main">
              <a:ext uri="{FF2B5EF4-FFF2-40B4-BE49-F238E27FC236}">
                <a16:creationId xmlns:a16="http://schemas.microsoft.com/office/drawing/2014/main" id="{20C6F331-A043-4FC8-81F2-2AB246BA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SyDog-Video 生成流程</a:t>
            </a:r>
          </a:p>
        </p:txBody>
      </p:sp>
      <p:sp>
        <p:nvSpPr>
          <p:cNvPr id="2" name="stage-0">
            <a:extLst xmlns:a="http://schemas.openxmlformats.org/drawingml/2006/main">
              <a:ext uri="{FF2B5EF4-FFF2-40B4-BE49-F238E27FC236}">
                <a16:creationId xmlns:a16="http://schemas.microsoft.com/office/drawing/2014/main" id="{316E2C99-0E7E-423A-8FBD-1B57C62E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71625"/>
            <a:ext cx="1828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EFC"/>
          </a:solidFill>
          <a:ln xmlns:a="http://schemas.openxmlformats.org/drawingml/2006/main" w="0">
            <a:noFill/>
          </a:ln>
        </p:spPr>
      </p:sp>
      <p:sp>
        <p:nvSpPr>
          <p:cNvPr id="3" name="text-1">
            <a:extLst xmlns:a="http://schemas.openxmlformats.org/drawingml/2006/main">
              <a:ext uri="{FF2B5EF4-FFF2-40B4-BE49-F238E27FC236}">
                <a16:creationId xmlns:a16="http://schemas.microsoft.com/office/drawing/2014/main" id="{8EA521D7-AEE7-4533-9208-85E0EE58A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600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犬隻與動畫</a:t>
            </a:r>
          </a:p>
        </p:txBody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C9FA488A-AD4C-4A18-AA2F-4E733269A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600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5 模型 × 10 材質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動作：走跑跳坐躺</a:t>
            </a:r>
          </a:p>
        </p:txBody>
      </p:sp>
      <p:sp>
        <p:nvSpPr>
          <p:cNvPr id="5" name="stage-1">
            <a:extLst xmlns:a="http://schemas.openxmlformats.org/drawingml/2006/main">
              <a:ext uri="{FF2B5EF4-FFF2-40B4-BE49-F238E27FC236}">
                <a16:creationId xmlns:a16="http://schemas.microsoft.com/office/drawing/2014/main" id="{35D439E4-833E-4DD3-AC32-4A5BFE6C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571625"/>
            <a:ext cx="1828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E0EE"/>
          </a:solidFill>
          <a:ln xmlns:a="http://schemas.openxmlformats.org/drawingml/2006/main" w="0">
            <a:noFill/>
          </a:ln>
        </p:spPr>
      </p:sp>
      <p:sp>
        <p:nvSpPr>
          <p:cNvPr id="6" name="text-3">
            <a:extLst xmlns:a="http://schemas.openxmlformats.org/drawingml/2006/main">
              <a:ext uri="{FF2B5EF4-FFF2-40B4-BE49-F238E27FC236}">
                <a16:creationId xmlns:a16="http://schemas.microsoft.com/office/drawing/2014/main" id="{0A5F4537-EB83-4873-986A-155158E6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1714500"/>
            <a:ext cx="1600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場景隨機化</a:t>
            </a:r>
          </a:p>
        </p:txBody>
      </p:sp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3E67EC7E-B553-4801-9145-394F6C28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2114550"/>
            <a:ext cx="1600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環境、光照、相機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每段影片設定一次</a:t>
            </a:r>
          </a:p>
        </p:txBody>
      </p:sp>
      <p:sp>
        <p:nvSpPr>
          <p:cNvPr id="8" name="stage-2">
            <a:extLst xmlns:a="http://schemas.openxmlformats.org/drawingml/2006/main">
              <a:ext uri="{FF2B5EF4-FFF2-40B4-BE49-F238E27FC236}">
                <a16:creationId xmlns:a16="http://schemas.microsoft.com/office/drawing/2014/main" id="{2D774F83-8C06-48FC-9C4E-E6ECAF403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71625"/>
            <a:ext cx="1828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EFC"/>
          </a:solidFill>
          <a:ln xmlns:a="http://schemas.openxmlformats.org/drawingml/2006/main" w="0">
            <a:noFill/>
          </a:ln>
        </p:spPr>
      </p:sp>
      <p:sp>
        <p:nvSpPr>
          <p:cNvPr id="9" name="text-5">
            <a:extLst xmlns:a="http://schemas.openxmlformats.org/drawingml/2006/main">
              <a:ext uri="{FF2B5EF4-FFF2-40B4-BE49-F238E27FC236}">
                <a16:creationId xmlns:a16="http://schemas.microsoft.com/office/drawing/2014/main" id="{2A1F1B7C-B67F-49CE-BEE4-E943A87C8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714500"/>
            <a:ext cx="1600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Unity3D 渲染</a:t>
            </a:r>
          </a:p>
        </p:txBody>
      </p:sp>
      <p:sp>
        <p:nvSpPr>
          <p:cNvPr id="10" name="text-6">
            <a:extLst xmlns:a="http://schemas.openxmlformats.org/drawingml/2006/main">
              <a:ext uri="{FF2B5EF4-FFF2-40B4-BE49-F238E27FC236}">
                <a16:creationId xmlns:a16="http://schemas.microsoft.com/office/drawing/2014/main" id="{2862A25F-C5E9-4478-ACD8-916CB2F35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114550"/>
            <a:ext cx="1600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連續生成 175 幀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自動輸出標註</a:t>
            </a:r>
          </a:p>
        </p:txBody>
      </p:sp>
      <p:sp>
        <p:nvSpPr>
          <p:cNvPr id="11" name="stage-3">
            <a:extLst xmlns:a="http://schemas.openxmlformats.org/drawingml/2006/main">
              <a:ext uri="{FF2B5EF4-FFF2-40B4-BE49-F238E27FC236}">
                <a16:creationId xmlns:a16="http://schemas.microsoft.com/office/drawing/2014/main" id="{A63D9D7E-5DCA-41C1-BD6D-26207C560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1571625"/>
            <a:ext cx="1828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E0EE"/>
          </a:solidFill>
          <a:ln xmlns:a="http://schemas.openxmlformats.org/drawingml/2006/main" w="0">
            <a:noFill/>
          </a:ln>
        </p:spPr>
      </p:sp>
      <p:sp>
        <p:nvSpPr>
          <p:cNvPr id="12" name="text-7">
            <a:extLst xmlns:a="http://schemas.openxmlformats.org/drawingml/2006/main">
              <a:ext uri="{FF2B5EF4-FFF2-40B4-BE49-F238E27FC236}">
                <a16:creationId xmlns:a16="http://schemas.microsoft.com/office/drawing/2014/main" id="{AE37261E-9D02-43D9-B089-07043BDF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1714500"/>
            <a:ext cx="1600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訓練樣本</a:t>
            </a:r>
          </a:p>
        </p:txBody>
      </p:sp>
      <p:sp>
        <p:nvSpPr>
          <p:cNvPr id="13" name="text-8">
            <a:extLst xmlns:a="http://schemas.openxmlformats.org/drawingml/2006/main">
              <a:ext uri="{FF2B5EF4-FFF2-40B4-BE49-F238E27FC236}">
                <a16:creationId xmlns:a16="http://schemas.microsoft.com/office/drawing/2014/main" id="{C8D3EC78-BF73-4E3A-8717-CEA461EAB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114550"/>
            <a:ext cx="1600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5 幀 = 1 個序列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關鍵點／框／分割</a:t>
            </a:r>
          </a:p>
        </p:txBody>
      </p:sp>
      <p:sp>
        <p:nvSpPr>
          <p:cNvPr id="17" name="text-9">
            <a:extLst xmlns:a="http://schemas.openxmlformats.org/drawingml/2006/main">
              <a:ext uri="{FF2B5EF4-FFF2-40B4-BE49-F238E27FC236}">
                <a16:creationId xmlns:a16="http://schemas.microsoft.com/office/drawing/2014/main" id="{F7EF05F7-DEE6-4D01-8B81-782954D49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76625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自動標註使影片資料可大量生成，也讓遮蔽關鍵點仍有座標。</a:t>
            </a:r>
          </a:p>
        </p:txBody>
      </p:sp>
      <p:sp>
        <p:nvSpPr>
          <p:cNvPr id="18" name="text-10">
            <a:extLst xmlns:a="http://schemas.openxmlformats.org/drawingml/2006/main">
              <a:ext uri="{FF2B5EF4-FFF2-40B4-BE49-F238E27FC236}">
                <a16:creationId xmlns:a16="http://schemas.microsoft.com/office/drawing/2014/main" id="{F3DE7D30-A936-4A18-962F-ED2128432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24325"/>
            <a:ext cx="8058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效率示例：17,500 幀約 45 分鐘（含寫入磁碟；i7 + RTX 2070 Max-Q）</a:t>
            </a:r>
          </a:p>
        </p:txBody>
      </p:sp>
      <p:sp>
        <p:nvSpPr>
          <p:cNvPr id="19" name="text-11">
            <a:extLst xmlns:a="http://schemas.openxmlformats.org/drawingml/2006/main">
              <a:ext uri="{FF2B5EF4-FFF2-40B4-BE49-F238E27FC236}">
                <a16:creationId xmlns:a16="http://schemas.microsoft.com/office/drawing/2014/main" id="{A2262B9F-9FB2-43B8-BA05-973D046B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pp.3–4、6；不是完整 87,500 幀只需 45 分鐘</a:t>
            </a:r>
          </a:p>
        </p:txBody>
      </p:sp>
      <p:sp>
        <p:nvSpPr>
          <p:cNvPr id="20" name="text-12">
            <a:extLst xmlns:a="http://schemas.openxmlformats.org/drawingml/2006/main">
              <a:ext uri="{FF2B5EF4-FFF2-40B4-BE49-F238E27FC236}">
                <a16:creationId xmlns:a16="http://schemas.microsoft.com/office/drawing/2014/main" id="{AD6DFD1A-E82E-4C0B-99F2-D3921915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0">
            <a:extLst xmlns:a="http://schemas.openxmlformats.org/drawingml/2006/main">
              <a:ext uri="{FF2B5EF4-FFF2-40B4-BE49-F238E27FC236}">
                <a16:creationId xmlns:a16="http://schemas.microsoft.com/office/drawing/2014/main" id="{0D2CAF5C-FC35-48FC-8C7A-338417AE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犬隻外觀與動畫多樣性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E80BB-61D6-49C2-B3E8-BD9B3FD733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0e95f794504bdd"/>
          <a:stretch xmlns:a="http://schemas.openxmlformats.org/drawingml/2006/main"/>
        </p:blipFill>
        <p:spPr>
          <a:xfrm xmlns:a="http://schemas.openxmlformats.org/drawingml/2006/main">
            <a:off x="1562010" y="1038225"/>
            <a:ext cx="6019980" cy="1952625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8D949B-72C8-4650-8B99-8F552BCCC8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526d6358d44e9a"/>
          <a:stretch xmlns:a="http://schemas.openxmlformats.org/drawingml/2006/main"/>
        </p:blipFill>
        <p:spPr>
          <a:xfrm xmlns:a="http://schemas.openxmlformats.org/drawingml/2006/main">
            <a:off x="507198" y="3419475"/>
            <a:ext cx="2948004" cy="1123950"/>
          </a:xfrm>
          <a:prstGeom xmlns:a="http://schemas.openxmlformats.org/drawingml/2006/main" prst="rect">
            <a:avLst/>
          </a:prstGeom>
        </p:spPr>
      </p:pic>
      <p:sp>
        <p:nvSpPr>
          <p:cNvPr id="4" name="text-1">
            <a:extLst xmlns:a="http://schemas.openxmlformats.org/drawingml/2006/main">
              <a:ext uri="{FF2B5EF4-FFF2-40B4-BE49-F238E27FC236}">
                <a16:creationId xmlns:a16="http://schemas.microsoft.com/office/drawing/2014/main" id="{4E114DA3-DD90-45A5-8C8F-4C1EA706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076575"/>
            <a:ext cx="466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5 個模型，每個 10 種材質</a:t>
            </a:r>
          </a:p>
        </p:txBody>
      </p:sp>
      <p:sp>
        <p:nvSpPr>
          <p:cNvPr id="5" name="text-2">
            <a:extLst xmlns:a="http://schemas.openxmlformats.org/drawingml/2006/main">
              <a:ext uri="{FF2B5EF4-FFF2-40B4-BE49-F238E27FC236}">
                <a16:creationId xmlns:a16="http://schemas.microsoft.com/office/drawing/2014/main" id="{834CE692-4C5D-4510-AD97-EA0556EF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305175"/>
            <a:ext cx="4667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手繪材質與毛髮增加外觀變化。</a:t>
            </a:r>
          </a:p>
        </p:txBody>
      </p:sp>
      <p:sp>
        <p:nvSpPr>
          <p:cNvPr id="6" name="text-3">
            <a:extLst xmlns:a="http://schemas.openxmlformats.org/drawingml/2006/main">
              <a:ext uri="{FF2B5EF4-FFF2-40B4-BE49-F238E27FC236}">
                <a16:creationId xmlns:a16="http://schemas.microsoft.com/office/drawing/2014/main" id="{A05B64E0-792E-4170-BB68-684912D18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619500"/>
            <a:ext cx="466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動畫由 AI4Animation 驅動</a:t>
            </a:r>
          </a:p>
        </p:txBody>
      </p:sp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3E88F6FB-25BD-435D-B65A-7943331DB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848100"/>
            <a:ext cx="4667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使用隨機種子自動執行動作序列。</a:t>
            </a:r>
          </a:p>
        </p:txBody>
      </p:sp>
      <p:sp>
        <p:nvSpPr>
          <p:cNvPr id="8" name="text-5">
            <a:extLst xmlns:a="http://schemas.openxmlformats.org/drawingml/2006/main">
              <a:ext uri="{FF2B5EF4-FFF2-40B4-BE49-F238E27FC236}">
                <a16:creationId xmlns:a16="http://schemas.microsoft.com/office/drawing/2014/main" id="{5A6D2DBC-38F3-4D69-A2BA-11BF79A14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162425"/>
            <a:ext cx="466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寫實度仍有限</a:t>
            </a:r>
          </a:p>
        </p:txBody>
      </p:sp>
      <p:sp>
        <p:nvSpPr>
          <p:cNvPr id="9" name="text-6">
            <a:extLst xmlns:a="http://schemas.openxmlformats.org/drawingml/2006/main">
              <a:ext uri="{FF2B5EF4-FFF2-40B4-BE49-F238E27FC236}">
                <a16:creationId xmlns:a16="http://schemas.microsoft.com/office/drawing/2014/main" id="{2196D39A-BA80-4D72-828D-DD8D5AC78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391025"/>
            <a:ext cx="4667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13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部分坐臥姿態不自然；毛髮轉為網格後失去物理模擬。</a:t>
            </a:r>
          </a:p>
        </p:txBody>
      </p:sp>
      <p:sp>
        <p:nvSpPr>
          <p:cNvPr id="10" name="text-7">
            <a:extLst xmlns:a="http://schemas.openxmlformats.org/drawingml/2006/main">
              <a:ext uri="{FF2B5EF4-FFF2-40B4-BE49-F238E27FC236}">
                <a16:creationId xmlns:a16="http://schemas.microsoft.com/office/drawing/2014/main" id="{C2CAC7D7-33EE-4F45-B9F4-FE1A84210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pp.3–4；Fig.1–2</a:t>
            </a:r>
          </a:p>
        </p:txBody>
      </p:sp>
      <p:sp>
        <p:nvSpPr>
          <p:cNvPr id="11" name="text-8">
            <a:extLst xmlns:a="http://schemas.openxmlformats.org/drawingml/2006/main">
              <a:ext uri="{FF2B5EF4-FFF2-40B4-BE49-F238E27FC236}">
                <a16:creationId xmlns:a16="http://schemas.microsoft.com/office/drawing/2014/main" id="{94AD9A80-C0D3-4393-993A-94E2B4A6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0">
            <a:extLst xmlns:a="http://schemas.openxmlformats.org/drawingml/2006/main">
              <a:ext uri="{FF2B5EF4-FFF2-40B4-BE49-F238E27FC236}">
                <a16:creationId xmlns:a16="http://schemas.microsoft.com/office/drawing/2014/main" id="{77EFA29D-A440-469C-A719-A3FFC08DD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以影片為單位進行隨機化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25176B8C-1647-416B-B3C3-DD837E28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3829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跨影片改變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BAEA22-4753-4EDF-84DD-E1850C02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37814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3B9FB"/>
            </a:solidFill>
          </a:ln>
        </p:spPr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59AABE77-64F3-4C48-B3F1-2F89E2A92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62175"/>
            <a:ext cx="3829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犬隻模型與材質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A639A1B4-689B-4C88-87EB-9CC14E18A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3829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503 張 HDRI 環境圖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520EBE3C-94B9-4681-830B-1A005D6C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95625"/>
            <a:ext cx="3829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光照、相機位置與鏡頭參數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2F219FAE-12C7-41A3-B5F3-53D7619ED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323975"/>
            <a:ext cx="3829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同一影片維持場景條件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B42B4D-41D2-4103-96D8-3EA25EAE6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24050"/>
            <a:ext cx="37814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DE0EE"/>
            </a:solidFill>
          </a:ln>
        </p:spPr>
      </p:sp>
      <p:sp>
        <p:nvSpPr>
          <p:cNvPr id="9" name="text-6">
            <a:extLst xmlns:a="http://schemas.openxmlformats.org/drawingml/2006/main">
              <a:ext uri="{FF2B5EF4-FFF2-40B4-BE49-F238E27FC236}">
                <a16:creationId xmlns:a16="http://schemas.microsoft.com/office/drawing/2014/main" id="{01C3BF72-49E6-4A52-B4FF-EC041B76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162175"/>
            <a:ext cx="3829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動畫與姿態隨時間變化</a:t>
            </a:r>
          </a:p>
        </p:txBody>
      </p:sp>
      <p:sp>
        <p:nvSpPr>
          <p:cNvPr id="10" name="text-7">
            <a:extLst xmlns:a="http://schemas.openxmlformats.org/drawingml/2006/main">
              <a:ext uri="{FF2B5EF4-FFF2-40B4-BE49-F238E27FC236}">
                <a16:creationId xmlns:a16="http://schemas.microsoft.com/office/drawing/2014/main" id="{C9629F63-D1AF-41E2-ABA2-173CAC6BA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628900"/>
            <a:ext cx="3829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連續影格保留時間關係</a:t>
            </a:r>
          </a:p>
        </p:txBody>
      </p:sp>
      <p:sp>
        <p:nvSpPr>
          <p:cNvPr id="11" name="text-8">
            <a:extLst xmlns:a="http://schemas.openxmlformats.org/drawingml/2006/main">
              <a:ext uri="{FF2B5EF4-FFF2-40B4-BE49-F238E27FC236}">
                <a16:creationId xmlns:a16="http://schemas.microsoft.com/office/drawing/2014/main" id="{D0E2C3CF-6FE1-45D4-9558-94E32AC26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095625"/>
            <a:ext cx="3829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避免每一幀任意切換場景</a:t>
            </a:r>
          </a:p>
        </p:txBody>
      </p:sp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F92AF69B-125F-4D1F-8E56-C5EEAF54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在 OnIterationStart 設定隨機條件，而非每幀的 OnUpdate。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20EDEB31-92EF-4827-9777-B182928B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§3.2.4（p.4）；Fig.11（p.14）；Table 11（p.15）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E2736F53-0878-4946-B5AC-A85A7C684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0FB603D3-BB62-44E0-8A39-90753D75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33 個關鍵點與標註對齊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20F4D6-D692-4F0F-9A54-119AF18D121A}"/>
              </a:ext>
            </a:extLst>
          </p:cNvPr>
          <p:cNvGraphicFramePr/>
          <p:nvPr/>
        </p:nvGraphicFramePr>
        <p:xfrm>
          <a:off xmlns:a="http://schemas.openxmlformats.org/drawingml/2006/main" x="476250" y="1238250"/>
          <a:ext xmlns:a="http://schemas.openxmlformats.org/drawingml/2006/main" cx="8191500" cy="2238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62125"/>
                <a:gridCol w="3048000"/>
                <a:gridCol w="3381375"/>
              </a:tblGrid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項目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合成資料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真實 Dogio-11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關鍵點來源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3D 模型投影，自動標註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人工標註二維位置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遮蔽／不確定點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可保留座標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不確定時設為不可見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索引定義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以合成資料的順序為準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重新映射到相同索引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無法對應的點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Head、Hips 等位置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對應索引 −1，設為不可見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</a:tr>
            </a:tbl>
          </a:graphicData>
        </a:graphic>
      </p:graphicFrame>
      <p:sp>
        <p:nvSpPr>
          <p:cNvPr id="3" name="text-1">
            <a:extLst xmlns:a="http://schemas.openxmlformats.org/drawingml/2006/main">
              <a:ext uri="{FF2B5EF4-FFF2-40B4-BE49-F238E27FC236}">
                <a16:creationId xmlns:a16="http://schemas.microsoft.com/office/drawing/2014/main" id="{445172C7-1C8D-456E-8827-83DBAEA6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關鍵點名稱相近不代表索引相同；對齊後才能訓練與評估。</a:t>
            </a:r>
          </a:p>
        </p:txBody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8C8D7C4C-7EA6-4F69-AC6C-0A18AC665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48175"/>
            <a:ext cx="809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另有 2D 邊界框與分割圖；本篇主要實驗是二維姿態估計。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652F83E0-82F1-493D-A8EC-F2230E947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§3.1（p.3）；Table 1（p.5）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7A9383F6-7E1A-4AD0-A421-08642C5C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B812BCD6-F647-40F3-9545-5F1B704B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SyDog-Video 的規模與切分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EC6DAB-8EE9-454F-BE45-3EBDC5466A40}"/>
              </a:ext>
            </a:extLst>
          </p:cNvPr>
          <p:cNvGraphicFramePr/>
          <p:nvPr/>
        </p:nvGraphicFramePr>
        <p:xfrm>
          <a:off xmlns:a="http://schemas.openxmlformats.org/drawingml/2006/main" x="476250" y="1238250"/>
          <a:ext xmlns:a="http://schemas.openxmlformats.org/drawingml/2006/main" cx="8191500" cy="2238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3905250"/>
                <a:gridCol w="2762250"/>
              </a:tblGrid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層級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規模／設定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用途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完整資料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500 影片 × 175 幀 = 87,500 幀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生成連續姿態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模型輸入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 = 5；合計 17,500 序列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五幀構成一筆樣本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訓練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14,000 序列；4 個犬型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學習時序姿態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測試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3,500 序列；1 個未見犬型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背景也未出現在訓練集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</a:tr>
            </a:tbl>
          </a:graphicData>
        </a:graphic>
      </p:graphicFrame>
      <p:sp>
        <p:nvSpPr>
          <p:cNvPr id="3" name="text-1">
            <a:extLst xmlns:a="http://schemas.openxmlformats.org/drawingml/2006/main">
              <a:ext uri="{FF2B5EF4-FFF2-40B4-BE49-F238E27FC236}">
                <a16:creationId xmlns:a16="http://schemas.microsoft.com/office/drawing/2014/main" id="{04B8FAF4-33CF-4A4D-A1B1-5E0E06162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合成泛化實驗採留一犬型測試，並輪流留出各犬型取平均。</a:t>
            </a:r>
          </a:p>
        </p:txBody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A77839D8-D910-4168-B580-8B058ED27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§4.2.2（p.6）；Table 3–4（p.7）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84E92A23-2A65-4158-A32E-B36F8647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ACB1CEC9-3BC4-469E-A53F-9FCA9F05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Dogio-11：已知與未知犬種測試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C17467-3243-415A-8A3B-EFC674A56706}"/>
              </a:ext>
            </a:extLst>
          </p:cNvPr>
          <p:cNvGraphicFramePr/>
          <p:nvPr/>
        </p:nvGraphicFramePr>
        <p:xfrm>
          <a:off xmlns:a="http://schemas.openxmlformats.org/drawingml/2006/main" x="476250" y="1238250"/>
          <a:ext xmlns:a="http://schemas.openxmlformats.org/drawingml/2006/main" cx="8191500" cy="1790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05000"/>
                <a:gridCol w="4476750"/>
                <a:gridCol w="1809750"/>
              </a:tblGrid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資料區分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影片／犬種條件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五幀序列數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訓練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 影片、7 犬種中的 50% 序列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155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Known 測試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 11 影片的其餘未見序列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155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Unknown 測試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另 3 影片、1 個未見犬種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96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text-1">
            <a:extLst xmlns:a="http://schemas.openxmlformats.org/drawingml/2006/main">
              <a:ext uri="{FF2B5EF4-FFF2-40B4-BE49-F238E27FC236}">
                <a16:creationId xmlns:a16="http://schemas.microsoft.com/office/drawing/2014/main" id="{42ECE670-0BFD-4A28-AD54-CBD93ED45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Known 是同一批影片的未見片段；Unknown 才測未見犬種。</a:t>
            </a:r>
          </a:p>
        </p:txBody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21BA8521-9BBA-4158-8750-FE748217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48175"/>
            <a:ext cx="809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原始 14 影片：25–30 fps、每段 5–6 秒。數量依 Table 2；正文另有 115 的記載。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92FA6BD3-635B-4CE5-AFF7-2081DC1E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pp.3、5–6；Table 2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5D18CADC-E157-49DE-984B-6C069D72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D0CA4733-EB94-410C-8404-561E13C4C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38275"/>
            <a:ext cx="1809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defPPr>
            <a:lvl1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1pPr>
            <a:lvl2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2pPr>
            <a:lvl3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3pPr>
            <a:lvl4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4pPr>
            <a:lvl5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5pPr>
            <a:lvl6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6pPr>
            <a:lvl7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7pPr>
            <a:lvl8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8pPr>
            <a:lvl9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9pPr>
          </a:lstStyle>
          <a:p xmlns:a="http://schemas.openxmlformats.org/drawingml/2006/main">
            <a: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pPr>
            <a:r>
              <a: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rPr>
              <a:t>03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68137324-683D-42A7-93B2-5C0A80BB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47825"/>
            <a:ext cx="581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模型與實驗設計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301B45-CDF4-4785-8F5F-421939EBE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543175"/>
            <a:ext cx="523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DE0EE"/>
            </a:solidFill>
          </a:ln>
        </p:spPr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05B65594-600C-4838-815C-2D88ABEE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886075"/>
            <a:ext cx="5238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先理解五幀輸入與評估指標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再比較不同預訓練與適應策略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27964F32-70A7-4C06-B216-56B6A47E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§3.3–4.3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4962C535-2C28-42B8-99AC-22D684C8C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8C929D-9372-4691-9B1C-43551FEA92C9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457950" y="2000250"/>
            <a:ext cx="238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14889"/>
            </a:solidFill>
            <a:tailEnd type="triangle" w="sm" len="sm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206510-045F-4830-A8E7-7C8E1254F73B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4391025" y="2000250"/>
            <a:ext cx="238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14889"/>
            </a:solidFill>
            <a:tailEnd type="triangle" w="sm" len="sm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06ED19-3727-46E9-A50D-C4B81F50FBE9}"/>
              </a:ext>
            </a:extLst>
          </p:cNvPr>
          <p:cNvCxnSpPr>
            <a:stCxn xmlns:a="http://schemas.openxmlformats.org/drawingml/2006/main" id="2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324100" y="2000250"/>
            <a:ext cx="238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14889"/>
            </a:solidFill>
            <a:tailEnd type="triangle" w="sm" len="sm"/>
          </a:ln>
        </p:spPr>
      </p:cxnSp>
      <p:sp>
        <p:nvSpPr>
          <p:cNvPr id="24" name="text-0">
            <a:extLst xmlns:a="http://schemas.openxmlformats.org/drawingml/2006/main">
              <a:ext uri="{FF2B5EF4-FFF2-40B4-BE49-F238E27FC236}">
                <a16:creationId xmlns:a16="http://schemas.microsoft.com/office/drawing/2014/main" id="{C5138D15-BEFD-446C-BC12-5D170109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LSTM Pose Machine 的時間資訊</a:t>
            </a:r>
          </a:p>
        </p:txBody>
      </p:sp>
      <p:sp>
        <p:nvSpPr>
          <p:cNvPr id="2" name="stage-0">
            <a:extLst xmlns:a="http://schemas.openxmlformats.org/drawingml/2006/main">
              <a:ext uri="{FF2B5EF4-FFF2-40B4-BE49-F238E27FC236}">
                <a16:creationId xmlns:a16="http://schemas.microsoft.com/office/drawing/2014/main" id="{A49500FB-5F18-486A-BF8A-B74A3B41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23975"/>
            <a:ext cx="1828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EFC"/>
          </a:solidFill>
          <a:ln xmlns:a="http://schemas.openxmlformats.org/drawingml/2006/main" w="0">
            <a:noFill/>
          </a:ln>
        </p:spPr>
      </p:sp>
      <p:sp>
        <p:nvSpPr>
          <p:cNvPr id="3" name="text-1">
            <a:extLst xmlns:a="http://schemas.openxmlformats.org/drawingml/2006/main">
              <a:ext uri="{FF2B5EF4-FFF2-40B4-BE49-F238E27FC236}">
                <a16:creationId xmlns:a16="http://schemas.microsoft.com/office/drawing/2014/main" id="{AEFC9961-FFA2-4AF2-9076-A1CF6CF3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600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第 t−1 幀</a:t>
            </a:r>
          </a:p>
        </p:txBody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EB1A7BD5-BFED-4952-9B8C-8E14F3FD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1600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影像特徵</a:t>
            </a:r>
          </a:p>
        </p:txBody>
      </p:sp>
      <p:sp>
        <p:nvSpPr>
          <p:cNvPr id="5" name="stage-1">
            <a:extLst xmlns:a="http://schemas.openxmlformats.org/drawingml/2006/main">
              <a:ext uri="{FF2B5EF4-FFF2-40B4-BE49-F238E27FC236}">
                <a16:creationId xmlns:a16="http://schemas.microsoft.com/office/drawing/2014/main" id="{E48804A2-8B7B-48E4-A8FE-9A3F8453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323975"/>
            <a:ext cx="1828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E0EE"/>
          </a:solidFill>
          <a:ln xmlns:a="http://schemas.openxmlformats.org/drawingml/2006/main" w="0">
            <a:noFill/>
          </a:ln>
        </p:spPr>
      </p:sp>
      <p:sp>
        <p:nvSpPr>
          <p:cNvPr id="6" name="text-3">
            <a:extLst xmlns:a="http://schemas.openxmlformats.org/drawingml/2006/main">
              <a:ext uri="{FF2B5EF4-FFF2-40B4-BE49-F238E27FC236}">
                <a16:creationId xmlns:a16="http://schemas.microsoft.com/office/drawing/2014/main" id="{3029298A-ECBC-4CC1-8AE5-7362D2FA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1466850"/>
            <a:ext cx="1600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LSTM 記憶</a:t>
            </a:r>
          </a:p>
        </p:txBody>
      </p:sp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FD0800BB-8ECB-4427-AE31-A6B6FCAD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1866900"/>
            <a:ext cx="1600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跨幀傳遞資訊</a:t>
            </a:r>
          </a:p>
        </p:txBody>
      </p:sp>
      <p:sp>
        <p:nvSpPr>
          <p:cNvPr id="8" name="stage-2">
            <a:extLst xmlns:a="http://schemas.openxmlformats.org/drawingml/2006/main">
              <a:ext uri="{FF2B5EF4-FFF2-40B4-BE49-F238E27FC236}">
                <a16:creationId xmlns:a16="http://schemas.microsoft.com/office/drawing/2014/main" id="{1A3CBB62-817C-49B7-8CBD-C1979095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323975"/>
            <a:ext cx="1828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EFC"/>
          </a:solidFill>
          <a:ln xmlns:a="http://schemas.openxmlformats.org/drawingml/2006/main" w="0">
            <a:noFill/>
          </a:ln>
        </p:spPr>
      </p:sp>
      <p:sp>
        <p:nvSpPr>
          <p:cNvPr id="9" name="text-5">
            <a:extLst xmlns:a="http://schemas.openxmlformats.org/drawingml/2006/main">
              <a:ext uri="{FF2B5EF4-FFF2-40B4-BE49-F238E27FC236}">
                <a16:creationId xmlns:a16="http://schemas.microsoft.com/office/drawing/2014/main" id="{75DB93DF-DFA3-4D4C-B0FF-78CB3898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466850"/>
            <a:ext cx="1600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第 t 幀</a:t>
            </a:r>
          </a:p>
        </p:txBody>
      </p:sp>
      <p:sp>
        <p:nvSpPr>
          <p:cNvPr id="10" name="text-6">
            <a:extLst xmlns:a="http://schemas.openxmlformats.org/drawingml/2006/main">
              <a:ext uri="{FF2B5EF4-FFF2-40B4-BE49-F238E27FC236}">
                <a16:creationId xmlns:a16="http://schemas.microsoft.com/office/drawing/2014/main" id="{41400C9B-D920-4CBF-8FD3-69A77A149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866900"/>
            <a:ext cx="1600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結合當前影像</a:t>
            </a:r>
          </a:p>
        </p:txBody>
      </p:sp>
      <p:sp>
        <p:nvSpPr>
          <p:cNvPr id="11" name="stage-3">
            <a:extLst xmlns:a="http://schemas.openxmlformats.org/drawingml/2006/main">
              <a:ext uri="{FF2B5EF4-FFF2-40B4-BE49-F238E27FC236}">
                <a16:creationId xmlns:a16="http://schemas.microsoft.com/office/drawing/2014/main" id="{6AF7306C-9858-4288-B2DB-749855AE5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1323975"/>
            <a:ext cx="1828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E0EE"/>
          </a:solidFill>
          <a:ln xmlns:a="http://schemas.openxmlformats.org/drawingml/2006/main" w="0">
            <a:noFill/>
          </a:ln>
        </p:spPr>
      </p:sp>
      <p:sp>
        <p:nvSpPr>
          <p:cNvPr id="12" name="text-7">
            <a:extLst xmlns:a="http://schemas.openxmlformats.org/drawingml/2006/main">
              <a:ext uri="{FF2B5EF4-FFF2-40B4-BE49-F238E27FC236}">
                <a16:creationId xmlns:a16="http://schemas.microsoft.com/office/drawing/2014/main" id="{062BB814-906B-480E-ACC2-2411592DA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1466850"/>
            <a:ext cx="1600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姿態輸出</a:t>
            </a:r>
          </a:p>
        </p:txBody>
      </p:sp>
      <p:sp>
        <p:nvSpPr>
          <p:cNvPr id="13" name="text-8">
            <a:extLst xmlns:a="http://schemas.openxmlformats.org/drawingml/2006/main">
              <a:ext uri="{FF2B5EF4-FFF2-40B4-BE49-F238E27FC236}">
                <a16:creationId xmlns:a16="http://schemas.microsoft.com/office/drawing/2014/main" id="{9B6B94D4-8F23-43F8-A3AE-70B46428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1866900"/>
            <a:ext cx="1600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關鍵點位置</a:t>
            </a:r>
          </a:p>
        </p:txBody>
      </p:sp>
      <p:sp>
        <p:nvSpPr>
          <p:cNvPr id="17" name="text-9">
            <a:extLst xmlns:a="http://schemas.openxmlformats.org/drawingml/2006/main">
              <a:ext uri="{FF2B5EF4-FFF2-40B4-BE49-F238E27FC236}">
                <a16:creationId xmlns:a16="http://schemas.microsoft.com/office/drawing/2014/main" id="{D363EEFE-06E6-41FB-AA4A-378BD83BF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57525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單幀線索</a:t>
            </a:r>
          </a:p>
        </p:txBody>
      </p:sp>
      <p:sp>
        <p:nvSpPr>
          <p:cNvPr id="18" name="text-10">
            <a:extLst xmlns:a="http://schemas.openxmlformats.org/drawingml/2006/main">
              <a:ext uri="{FF2B5EF4-FFF2-40B4-BE49-F238E27FC236}">
                <a16:creationId xmlns:a16="http://schemas.microsoft.com/office/drawing/2014/main" id="{1C423D1C-0957-4019-BBED-5CD5EA10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81375"/>
            <a:ext cx="809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當前外觀提供關節位置的局部證據。</a:t>
            </a:r>
          </a:p>
        </p:txBody>
      </p:sp>
      <p:sp>
        <p:nvSpPr>
          <p:cNvPr id="19" name="text-11">
            <a:extLst xmlns:a="http://schemas.openxmlformats.org/drawingml/2006/main">
              <a:ext uri="{FF2B5EF4-FFF2-40B4-BE49-F238E27FC236}">
                <a16:creationId xmlns:a16="http://schemas.microsoft.com/office/drawing/2014/main" id="{DD8A44AF-1079-4F64-8A77-06068453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時間線索</a:t>
            </a:r>
          </a:p>
        </p:txBody>
      </p:sp>
      <p:sp>
        <p:nvSpPr>
          <p:cNvPr id="20" name="text-12">
            <a:extLst xmlns:a="http://schemas.openxmlformats.org/drawingml/2006/main">
              <a:ext uri="{FF2B5EF4-FFF2-40B4-BE49-F238E27FC236}">
                <a16:creationId xmlns:a16="http://schemas.microsoft.com/office/drawing/2014/main" id="{17B27A77-03E7-4F24-9196-3E7D630E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62400"/>
            <a:ext cx="809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先前影格提供線索，協助遮蔽或大幅動作時的估計。</a:t>
            </a:r>
          </a:p>
        </p:txBody>
      </p:sp>
      <p:sp>
        <p:nvSpPr>
          <p:cNvPr id="21" name="text-13">
            <a:extLst xmlns:a="http://schemas.openxmlformats.org/drawingml/2006/main">
              <a:ext uri="{FF2B5EF4-FFF2-40B4-BE49-F238E27FC236}">
                <a16:creationId xmlns:a16="http://schemas.microsoft.com/office/drawing/2014/main" id="{390D21DA-66B2-4BA7-8C8E-F56C60F3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29125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T = 5：一次使用五幀連續影像；此圖為論文概念的簡化示意。</a:t>
            </a:r>
          </a:p>
        </p:txBody>
      </p:sp>
      <p:sp>
        <p:nvSpPr>
          <p:cNvPr id="22" name="text-14">
            <a:extLst xmlns:a="http://schemas.openxmlformats.org/drawingml/2006/main">
              <a:ext uri="{FF2B5EF4-FFF2-40B4-BE49-F238E27FC236}">
                <a16:creationId xmlns:a16="http://schemas.microsoft.com/office/drawing/2014/main" id="{6F702528-A1A7-46AB-8FB3-E8BFA905C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§3.3–3.4（pp.4–5）；Luo et al. (2017) 由原文引用</a:t>
            </a:r>
          </a:p>
        </p:txBody>
      </p:sp>
      <p:sp>
        <p:nvSpPr>
          <p:cNvPr id="23" name="text-15">
            <a:extLst xmlns:a="http://schemas.openxmlformats.org/drawingml/2006/main">
              <a:ext uri="{FF2B5EF4-FFF2-40B4-BE49-F238E27FC236}">
                <a16:creationId xmlns:a16="http://schemas.microsoft.com/office/drawing/2014/main" id="{D68437C0-B3B7-4034-ADDF-4EA5F2857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0">
            <a:extLst xmlns:a="http://schemas.openxmlformats.org/drawingml/2006/main">
              <a:ext uri="{FF2B5EF4-FFF2-40B4-BE49-F238E27FC236}">
                <a16:creationId xmlns:a16="http://schemas.microsoft.com/office/drawing/2014/main" id="{86019FB4-7B9E-48B3-9EC2-6C6126277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評估指標：PDJ 與 MPJPE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3D843789-2CB6-4613-947A-AA1084ED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3829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PDJ@0.1 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781DEC-DE0C-48FD-AB18-7C287012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37814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3B9FB"/>
            </a:solidFill>
          </a:ln>
        </p:spPr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D3D8A3C8-6ED6-48E9-9AF4-9A63FE22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62175"/>
            <a:ext cx="3829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距離 ≤ 0.1 × 真值框對角線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8A77E207-6DB3-4692-9B10-F7229933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3829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計算達標關鍵點的百分比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440BD7E2-263C-489C-AEB8-3AB8517C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95625"/>
            <a:ext cx="3829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越高越好；差值以「百分點」表示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5ED3C17D-B99A-460A-A39E-303B8BA1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323975"/>
            <a:ext cx="3829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正規化 MPJPE 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8F68BC-F03D-4EDB-B76D-0BA3B0224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24050"/>
            <a:ext cx="37814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DE0EE"/>
            </a:solidFill>
          </a:ln>
        </p:spPr>
      </p:sp>
      <p:sp>
        <p:nvSpPr>
          <p:cNvPr id="9" name="text-6">
            <a:extLst xmlns:a="http://schemas.openxmlformats.org/drawingml/2006/main">
              <a:ext uri="{FF2B5EF4-FFF2-40B4-BE49-F238E27FC236}">
                <a16:creationId xmlns:a16="http://schemas.microsoft.com/office/drawing/2014/main" id="{75AE7A25-FF17-4747-B109-828CC8DE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162175"/>
            <a:ext cx="3829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關鍵點歐氏距離的平均誤差</a:t>
            </a:r>
          </a:p>
        </p:txBody>
      </p:sp>
      <p:sp>
        <p:nvSpPr>
          <p:cNvPr id="10" name="text-7">
            <a:extLst xmlns:a="http://schemas.openxmlformats.org/drawingml/2006/main">
              <a:ext uri="{FF2B5EF4-FFF2-40B4-BE49-F238E27FC236}">
                <a16:creationId xmlns:a16="http://schemas.microsoft.com/office/drawing/2014/main" id="{D04256EE-2363-4C95-8ED3-B60AC074D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628900"/>
            <a:ext cx="3829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以真值框對角線正規化</a:t>
            </a:r>
          </a:p>
        </p:txBody>
      </p:sp>
      <p:sp>
        <p:nvSpPr>
          <p:cNvPr id="11" name="text-8">
            <a:extLst xmlns:a="http://schemas.openxmlformats.org/drawingml/2006/main">
              <a:ext uri="{FF2B5EF4-FFF2-40B4-BE49-F238E27FC236}">
                <a16:creationId xmlns:a16="http://schemas.microsoft.com/office/drawing/2014/main" id="{B18E0EE4-F150-47A7-B1B2-B019BA89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095625"/>
            <a:ext cx="3829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無單位，越低越好</a:t>
            </a:r>
          </a:p>
        </p:txBody>
      </p:sp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C1760CF0-22D4-4F99-B1F4-A4AC4D2A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PDJ 看是否落在容許範圍內；MPJPE 看平均偏離程度。</a:t>
            </a:r>
          </a:p>
        </p:txBody>
      </p:sp>
      <p:sp>
        <p:nvSpPr>
          <p:cNvPr id="13" name="text-10">
            <a:extLst xmlns:a="http://schemas.openxmlformats.org/drawingml/2006/main">
              <a:ext uri="{FF2B5EF4-FFF2-40B4-BE49-F238E27FC236}">
                <a16:creationId xmlns:a16="http://schemas.microsoft.com/office/drawing/2014/main" id="{02FDB512-8928-41D4-B0DD-966EE451B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57700"/>
            <a:ext cx="8096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訓練：MSE loss；合成資料 T = 5、batch size = 2；真實設定使用 Optuna 搜尋。</a:t>
            </a:r>
          </a:p>
        </p:txBody>
      </p:sp>
      <p:sp>
        <p:nvSpPr>
          <p:cNvPr id="14" name="text-11">
            <a:extLst xmlns:a="http://schemas.openxmlformats.org/drawingml/2006/main">
              <a:ext uri="{FF2B5EF4-FFF2-40B4-BE49-F238E27FC236}">
                <a16:creationId xmlns:a16="http://schemas.microsoft.com/office/drawing/2014/main" id="{54E16385-2F05-4CA4-93E5-FDAA4A6F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§3.4（p.5）；§4.3（pp.6–7）</a:t>
            </a:r>
          </a:p>
        </p:txBody>
      </p:sp>
      <p:sp>
        <p:nvSpPr>
          <p:cNvPr id="15" name="text-12">
            <a:extLst xmlns:a="http://schemas.openxmlformats.org/drawingml/2006/main">
              <a:ext uri="{FF2B5EF4-FFF2-40B4-BE49-F238E27FC236}">
                <a16:creationId xmlns:a16="http://schemas.microsoft.com/office/drawing/2014/main" id="{2AD9CD6E-E414-40B1-BE00-AFB8C6AC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0">
            <a:extLst xmlns:a="http://schemas.openxmlformats.org/drawingml/2006/main">
              <a:ext uri="{FF2B5EF4-FFF2-40B4-BE49-F238E27FC236}">
                <a16:creationId xmlns:a16="http://schemas.microsoft.com/office/drawing/2014/main" id="{31D28153-8D77-464E-9351-964E0621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合成到真實的訓練策略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F77ED9BC-C2DD-4F9D-97BD-0DF35E6A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0"/>
            <a:ext cx="22955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僅真實資料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EAD5B00C-EEE6-40D2-95FC-5A93C9E3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238250"/>
            <a:ext cx="576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Dogio-11 → 訓練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5295EC5-5B7E-4ABB-966E-5B4507E08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43050"/>
            <a:ext cx="576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小資料量下未成功學習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570447-F7FC-4EB0-9D6F-AAF1F48B5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809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FDDE7"/>
            </a:solidFill>
          </a:ln>
        </p:spPr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A1A9037D-28F6-4AE0-8662-E836764C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33575"/>
            <a:ext cx="22955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僅合成資料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57017D61-746E-44BC-8701-A6CBC561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33575"/>
            <a:ext cx="576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SyDog-Video → 真實測試</a:t>
            </a:r>
          </a:p>
        </p:txBody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BDD7EA05-5D15-471C-8AAB-699BDEC30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38375"/>
            <a:ext cx="576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檢查直接跨域泛化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2FBCB2-CFFF-4F78-B5FE-A387BD66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43175"/>
            <a:ext cx="809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FDDE7"/>
            </a:solidFill>
          </a:ln>
        </p:spPr>
      </p:sp>
      <p:sp>
        <p:nvSpPr>
          <p:cNvPr id="10" name="text-7">
            <a:extLst xmlns:a="http://schemas.openxmlformats.org/drawingml/2006/main">
              <a:ext uri="{FF2B5EF4-FFF2-40B4-BE49-F238E27FC236}">
                <a16:creationId xmlns:a16="http://schemas.microsoft.com/office/drawing/2014/main" id="{C86E1E17-E838-4C92-A865-2B6DE2551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28900"/>
            <a:ext cx="22955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先預訓練再微調</a:t>
            </a:r>
          </a:p>
        </p:txBody>
      </p:sp>
      <p:sp>
        <p:nvSpPr>
          <p:cNvPr id="11" name="text-8">
            <a:extLst xmlns:a="http://schemas.openxmlformats.org/drawingml/2006/main">
              <a:ext uri="{FF2B5EF4-FFF2-40B4-BE49-F238E27FC236}">
                <a16:creationId xmlns:a16="http://schemas.microsoft.com/office/drawing/2014/main" id="{63D42BEB-3621-47F3-B902-839158A29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28900"/>
            <a:ext cx="576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SyDog-Video → Dogio-11</a:t>
            </a:r>
          </a:p>
        </p:txBody>
      </p:sp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B06E9779-025B-4430-95F3-F8845CC1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33700"/>
            <a:ext cx="576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用目標域資料調整模型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30A7D4-5736-4DE5-AFD3-071067BBF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0"/>
            <a:ext cx="809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FDDE7"/>
            </a:solidFill>
          </a:ln>
        </p:spPr>
      </p:sp>
      <p:sp>
        <p:nvSpPr>
          <p:cNvPr id="14" name="text-10">
            <a:extLst xmlns:a="http://schemas.openxmlformats.org/drawingml/2006/main">
              <a:ext uri="{FF2B5EF4-FFF2-40B4-BE49-F238E27FC236}">
                <a16:creationId xmlns:a16="http://schemas.microsoft.com/office/drawing/2014/main" id="{8DBD154B-3099-4F23-951D-F4CB2C8A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24225"/>
            <a:ext cx="22955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混合訓練</a:t>
            </a:r>
          </a:p>
        </p:txBody>
      </p:sp>
      <p:sp>
        <p:nvSpPr>
          <p:cNvPr id="15" name="text-11">
            <a:extLst xmlns:a="http://schemas.openxmlformats.org/drawingml/2006/main">
              <a:ext uri="{FF2B5EF4-FFF2-40B4-BE49-F238E27FC236}">
                <a16:creationId xmlns:a16="http://schemas.microsoft.com/office/drawing/2014/main" id="{36B9D894-26A2-4FCE-9ADA-F2C877FFF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24225"/>
            <a:ext cx="576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SyDog-Video + StanfordExtra</a:t>
            </a:r>
          </a:p>
        </p:txBody>
      </p:sp>
      <p:sp>
        <p:nvSpPr>
          <p:cNvPr id="16" name="text-12">
            <a:extLst xmlns:a="http://schemas.openxmlformats.org/drawingml/2006/main">
              <a:ext uri="{FF2B5EF4-FFF2-40B4-BE49-F238E27FC236}">
                <a16:creationId xmlns:a16="http://schemas.microsoft.com/office/drawing/2014/main" id="{398C8586-6D01-4354-B927-B5A76806E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29025"/>
            <a:ext cx="5762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同時使用合成與真實樣本</a:t>
            </a:r>
          </a:p>
        </p:txBody>
      </p:sp>
      <p:sp>
        <p:nvSpPr>
          <p:cNvPr id="17" name="text-13">
            <a:extLst xmlns:a="http://schemas.openxmlformats.org/drawingml/2006/main">
              <a:ext uri="{FF2B5EF4-FFF2-40B4-BE49-F238E27FC236}">
                <a16:creationId xmlns:a16="http://schemas.microsoft.com/office/drawing/2014/main" id="{CC20085D-253A-4FD6-99E7-2A77BF82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0530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微調與混合使用的真實資料來源不同，並非只改訓練順序。</a:t>
            </a:r>
          </a:p>
        </p:txBody>
      </p:sp>
      <p:sp>
        <p:nvSpPr>
          <p:cNvPr id="18" name="text-14">
            <a:extLst xmlns:a="http://schemas.openxmlformats.org/drawingml/2006/main">
              <a:ext uri="{FF2B5EF4-FFF2-40B4-BE49-F238E27FC236}">
                <a16:creationId xmlns:a16="http://schemas.microsoft.com/office/drawing/2014/main" id="{5F77D146-7406-45F9-93F3-BEAB3D033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§4.1（p.5）；§4.2.3（p.6）；§5.1、5.3（pp.7–8）</a:t>
            </a:r>
          </a:p>
        </p:txBody>
      </p:sp>
      <p:sp>
        <p:nvSpPr>
          <p:cNvPr id="19" name="text-15">
            <a:extLst xmlns:a="http://schemas.openxmlformats.org/drawingml/2006/main">
              <a:ext uri="{FF2B5EF4-FFF2-40B4-BE49-F238E27FC236}">
                <a16:creationId xmlns:a16="http://schemas.microsoft.com/office/drawing/2014/main" id="{25C07CA6-49C7-4ACD-8856-D11C0504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CD02F3F5-DFC3-4D7C-BC0F-35AD44512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預訓練資料的比較條件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5F7A63-11E7-4C09-BA90-69FBA77F5E0B}"/>
              </a:ext>
            </a:extLst>
          </p:cNvPr>
          <p:cNvGraphicFramePr/>
          <p:nvPr/>
        </p:nvGraphicFramePr>
        <p:xfrm>
          <a:off xmlns:a="http://schemas.openxmlformats.org/drawingml/2006/main" x="476250" y="1238250"/>
          <a:ext xmlns:a="http://schemas.openxmlformats.org/drawingml/2006/main" cx="8191500" cy="2457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28875"/>
                <a:gridCol w="2667000"/>
                <a:gridCol w="3095625"/>
              </a:tblGrid>
              <a:tr h="4095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來源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資料型態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主要差異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</a:tr>
              <a:tr h="4095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SyDog-Video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合成五幀影片序列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完整、自動關鍵點標註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SyDog-Video NoTemp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同一影像重複成序列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移除幀間變化的對照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</a:tr>
              <a:tr h="4095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StanfordExtra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約 12k 犬隻圖片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120 犬種；單張影像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Animal Pose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超過 4k 多物種圖片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狗、貓、馬、牛、羊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</a:tr>
              <a:tr h="4095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APT-36K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整理為 3,774 個序列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真實資料也含時間資訊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text-1">
            <a:extLst xmlns:a="http://schemas.openxmlformats.org/drawingml/2006/main">
              <a:ext uri="{FF2B5EF4-FFF2-40B4-BE49-F238E27FC236}">
                <a16:creationId xmlns:a16="http://schemas.microsoft.com/office/drawing/2014/main" id="{7194185C-A4EC-4002-A63C-5970CBE2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48175"/>
            <a:ext cx="809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以下 Table 7 的 Dogio 結果，皆在各自預訓練後，再用 Dogio-11 微調。</a:t>
            </a:r>
          </a:p>
        </p:txBody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3D7ADC77-A47F-4236-9D5E-E16FD08A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§4.2.3（p.6）；Table 7（p.9）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D9D72D14-B806-486F-A359-D7D7277FD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E0D78770-76F8-4354-9429-757296860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38275"/>
            <a:ext cx="1809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defPPr>
            <a:lvl1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1pPr>
            <a:lvl2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2pPr>
            <a:lvl3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3pPr>
            <a:lvl4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4pPr>
            <a:lvl5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5pPr>
            <a:lvl6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6pPr>
            <a:lvl7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7pPr>
            <a:lvl8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8pPr>
            <a:lvl9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lvl9pPr>
          </a:lstStyle>
          <a:p xmlns:a="http://schemas.openxmlformats.org/drawingml/2006/main">
            <a:pPr algn="l">
              <a:buNone/>
              <a:def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defRPr>
            </a:pPr>
            <a:r>
              <a:rPr sz="8700" b="1">
                <a:solidFill>
                  <a:srgbClr val="B3B9FB"/>
                </a:solidFill>
                <a:latin typeface="Livvic Medium"/>
                <a:ea typeface="Livvic Medium"/>
                <a:cs typeface="Livvic Medium"/>
              </a:rPr>
              <a:t>04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603EF1AA-9666-4F72-B1BF-AD4BB37E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47825"/>
            <a:ext cx="581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實驗結果與討論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41D780-CE7A-4303-AEC7-A32904E6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543175"/>
            <a:ext cx="523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DE0EE"/>
            </a:solidFill>
          </a:ln>
        </p:spPr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411CD3D8-92F7-4C76-B9CD-5B23F4D5F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886075"/>
            <a:ext cx="5238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先看跨域差距，再看微調成效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最後檢查時間資訊與泛化限制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A5888E41-2A8A-4FAF-954F-866A9CFA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§5–6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BE4A66B0-5BFB-4409-86D0-45831261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7C77CB9F-89BA-441C-A3B3-BAADD2E95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僅合成訓練仍有明顯跨域差距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066593-9866-4860-B39A-A28394529CEC}"/>
              </a:ext>
            </a:extLst>
          </p:cNvPr>
          <p:cNvGraphicFramePr/>
          <p:nvPr/>
        </p:nvGraphicFramePr>
        <p:xfrm>
          <a:off xmlns:a="http://schemas.openxmlformats.org/drawingml/2006/main" x="476250" y="1123950"/>
          <a:ext xmlns:a="http://schemas.openxmlformats.org/drawingml/2006/main" cx="8191500" cy="1638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2095500"/>
                <a:gridCol w="2095500"/>
              </a:tblGrid>
              <a:tr h="4095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測試條件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PDJ@0.1 ↑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MPJPE ↓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</a:tr>
              <a:tr h="4095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合成：留一犬型平均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77.40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0.15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真實 Dogio Known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43.07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0.41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</a:tr>
              <a:tr h="4095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真實 Dogio Unknown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37.36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0.58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891526-132B-4BAE-B4A5-D5B4D81FAF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2f54c92bff4439"/>
          <a:stretch xmlns:a="http://schemas.openxmlformats.org/drawingml/2006/main"/>
        </p:blipFill>
        <p:spPr>
          <a:xfrm xmlns:a="http://schemas.openxmlformats.org/drawingml/2006/main">
            <a:off x="1426524" y="2981325"/>
            <a:ext cx="6262378" cy="1295400"/>
          </a:xfrm>
          <a:prstGeom xmlns:a="http://schemas.openxmlformats.org/drawingml/2006/main" prst="rect">
            <a:avLst/>
          </a:prstGeom>
        </p:spPr>
      </p:pic>
      <p:sp>
        <p:nvSpPr>
          <p:cNvPr id="4" name="text-1">
            <a:extLst xmlns:a="http://schemas.openxmlformats.org/drawingml/2006/main">
              <a:ext uri="{FF2B5EF4-FFF2-40B4-BE49-F238E27FC236}">
                <a16:creationId xmlns:a16="http://schemas.microsoft.com/office/drawing/2014/main" id="{CDB42461-0686-4F93-AC60-32014C41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29125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增加寫實度與隨機化後，直接轉移到真實資料仍不足。</a:t>
            </a:r>
          </a:p>
        </p:txBody>
      </p:sp>
      <p:sp>
        <p:nvSpPr>
          <p:cNvPr id="5" name="text-2">
            <a:extLst xmlns:a="http://schemas.openxmlformats.org/drawingml/2006/main">
              <a:ext uri="{FF2B5EF4-FFF2-40B4-BE49-F238E27FC236}">
                <a16:creationId xmlns:a16="http://schemas.microsoft.com/office/drawing/2014/main" id="{8C39CEA3-8D96-4321-8158-C360953B3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Tables 4–5（p.7）；Fig.3（p.8）</a:t>
            </a:r>
          </a:p>
        </p:txBody>
      </p:sp>
      <p:sp>
        <p:nvSpPr>
          <p:cNvPr id="6" name="text-3">
            <a:extLst xmlns:a="http://schemas.openxmlformats.org/drawingml/2006/main">
              <a:ext uri="{FF2B5EF4-FFF2-40B4-BE49-F238E27FC236}">
                <a16:creationId xmlns:a16="http://schemas.microsoft.com/office/drawing/2014/main" id="{B96E8EBE-CF9A-47E8-861B-59BBBB67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39E1AD4E-1C36-4AC6-BBD8-A1AED394E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目標域微調主要改善 Known 表現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D77810-8624-4D0E-9F9C-7745165890CA}"/>
              </a:ext>
            </a:extLst>
          </p:cNvPr>
          <p:cNvGraphicFramePr/>
          <p:nvPr/>
        </p:nvGraphicFramePr>
        <p:xfrm>
          <a:off xmlns:a="http://schemas.openxmlformats.org/drawingml/2006/main" x="476250" y="1238250"/>
          <a:ext xmlns:a="http://schemas.openxmlformats.org/drawingml/2006/main" cx="8191500" cy="1790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2095500"/>
                <a:gridCol w="2095500"/>
              </a:tblGrid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策略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PDJ Known ↑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PDJ Unknown ↑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未微調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43.07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37.36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SyDog → Dogio 微調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77.76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41.78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SyDog + StanfordExtra 混合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68.82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37.29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text-1">
            <a:extLst xmlns:a="http://schemas.openxmlformats.org/drawingml/2006/main">
              <a:ext uri="{FF2B5EF4-FFF2-40B4-BE49-F238E27FC236}">
                <a16:creationId xmlns:a16="http://schemas.microsoft.com/office/drawing/2014/main" id="{C7363255-85CD-4D84-8F58-602349382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微調相對未微調：Known +34.69；Unknown +4.42 百分點。</a:t>
            </a:r>
          </a:p>
        </p:txBody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9611ED92-0867-4295-9A8F-EC7B2208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48175"/>
            <a:ext cx="809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MPJPE（Known／Unknown）：未微調 0.41／0.58 → 微調 0.16／0.44。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619BD532-8CC7-450F-AC4E-9AC41E0B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Table 6（p.8）；微調與混合的真實資料來源不同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8892B393-155D-4380-B1EF-A66825267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EA1E4BF7-9D76-4607-81D2-39DF867B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微調前後的姿態預測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6D87355A-8494-40F0-9EC2-75724C28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00125"/>
            <a:ext cx="8096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Known Dogio-11｜上：微調前；下：微調後｜綠：真值；藍：預測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8DCD0C-FEA7-4E07-97EE-3E265B78CE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38e51ef6ff4658"/>
          <a:stretch xmlns:a="http://schemas.openxmlformats.org/drawingml/2006/main"/>
        </p:blipFill>
        <p:spPr>
          <a:xfrm xmlns:a="http://schemas.openxmlformats.org/drawingml/2006/main">
            <a:off x="1342407" y="1409700"/>
            <a:ext cx="6459185" cy="2962275"/>
          </a:xfrm>
          <a:prstGeom xmlns:a="http://schemas.openxmlformats.org/drawingml/2006/main" prst="rect">
            <a:avLst/>
          </a:prstGeom>
        </p:spPr>
      </p:pic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3C981D20-9BC7-4924-9607-130058423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48175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微調後預測更貼近真值；這些範例不代表未知犬種已被解決。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ABBE8692-A2CA-4232-B78E-2B86BDBD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Fig.4（p.9）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A77BB188-AA4E-4B6E-9423-E6D5DEBBF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28426798-81F8-45E7-847B-9B590C33D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不同預訓練來源：PDJ 與誤差需並看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246229-C236-4F02-95AB-5921E0D01DEA}"/>
              </a:ext>
            </a:extLst>
          </p:cNvPr>
          <p:cNvGraphicFramePr/>
          <p:nvPr/>
        </p:nvGraphicFramePr>
        <p:xfrm>
          <a:off xmlns:a="http://schemas.openxmlformats.org/drawingml/2006/main" x="476250" y="1238250"/>
          <a:ext xmlns:a="http://schemas.openxmlformats.org/drawingml/2006/main" cx="8191500" cy="2238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1381125"/>
                <a:gridCol w="1381125"/>
                <a:gridCol w="1381125"/>
                <a:gridCol w="1381125"/>
              </a:tblGrid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448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預訓練來源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48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PDJ K ↑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48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PDJ U ↑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48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MPJPE K ↓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48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MPJPE U ↓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448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SyDog-Video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48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77.76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48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41.78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48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0.16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48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0.44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448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StanfordExtra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48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73.02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48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24.34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48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0.19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48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0.52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448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Animal Pose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48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74.03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48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25.99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48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0.15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48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0.51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448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APT-36K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48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60.84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48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27.04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48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0.29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48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0.30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</a:tr>
            </a:tbl>
          </a:graphicData>
        </a:graphic>
      </p:graphicFrame>
      <p:sp>
        <p:nvSpPr>
          <p:cNvPr id="3" name="text-1">
            <a:extLst xmlns:a="http://schemas.openxmlformats.org/drawingml/2006/main">
              <a:ext uri="{FF2B5EF4-FFF2-40B4-BE49-F238E27FC236}">
                <a16:creationId xmlns:a16="http://schemas.microsoft.com/office/drawing/2014/main" id="{3352266C-B87D-4F5F-A675-1DA42195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SyDog 的 PDJ 最高，但 Animal Pose／APT 的部分 MPJPE 更低。</a:t>
            </a:r>
          </a:p>
        </p:txBody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8D0D3CF7-117E-44B4-A0D6-78784013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48175"/>
            <a:ext cx="809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K = Known；U = Unknown。所有模型皆再用 Dogio-11 微調；資料規模與標註不完全相同。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C6450F22-9D38-4603-B71B-4CC29187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Table 7（p.9）；比較條件見 §4.2.3（p.6）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1ED73863-1E01-4D94-A310-68EE5C03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190F5B02-74A8-4361-9284-6B389E6E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時間資訊的對照：SyDog 與 NoTemp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F8ECDC-34B1-4D97-BFF3-AD6E3D7C4267}"/>
              </a:ext>
            </a:extLst>
          </p:cNvPr>
          <p:cNvGraphicFramePr/>
          <p:nvPr/>
        </p:nvGraphicFramePr>
        <p:xfrm>
          <a:off xmlns:a="http://schemas.openxmlformats.org/drawingml/2006/main" x="476250" y="1238250"/>
          <a:ext xmlns:a="http://schemas.openxmlformats.org/drawingml/2006/main" cx="8191500" cy="1790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2095500"/>
                <a:gridCol w="2095500"/>
              </a:tblGrid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預訓練設定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PDJ Known ↑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PDJ Unknown ↑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NoTemp：同一幀重複輸入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63.35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27.63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Temporal：五幀連續輸入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77.76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41.78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Temporal − NoTemp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+14.41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+14.15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</a:tr>
            </a:tbl>
          </a:graphicData>
        </a:graphic>
      </p:graphicFrame>
      <p:sp>
        <p:nvSpPr>
          <p:cNvPr id="3" name="text-1">
            <a:extLst xmlns:a="http://schemas.openxmlformats.org/drawingml/2006/main">
              <a:ext uri="{FF2B5EF4-FFF2-40B4-BE49-F238E27FC236}">
                <a16:creationId xmlns:a16="http://schemas.microsoft.com/office/drawing/2014/main" id="{3902F412-89BC-4AFF-8C9A-6550B1DE9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同樣合成資料的對照，支持「幀間時間資訊」具有貢獻。</a:t>
            </a:r>
          </a:p>
        </p:txBody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23549665-D880-4F28-9B00-86941892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48175"/>
            <a:ext cx="809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皆使用 LSTM Pose Machine，再以 Dogio-11 微調；MPJPE 亦各降低 0.07。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C17E77C5-6B00-4851-9A24-722B6B2AF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§4.2.2（p.6）；Table 7（p.9）；差值由表中數值計算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A7CA25CA-2A9B-4D0E-8350-4A1D342DE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90304011-7768-4693-94CD-CAF3BBE9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困難案例：大幅動作與短暫遮蔽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E92D02-667F-49A3-A668-244421A844E8}"/>
              </a:ext>
            </a:extLst>
          </p:cNvPr>
          <p:cNvGraphicFramePr/>
          <p:nvPr/>
        </p:nvGraphicFramePr>
        <p:xfrm>
          <a:off xmlns:a="http://schemas.openxmlformats.org/drawingml/2006/main" x="476250" y="1238250"/>
          <a:ext xmlns:a="http://schemas.openxmlformats.org/drawingml/2006/main" cx="8191500" cy="2238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2381250"/>
                <a:gridCol w="2381250"/>
              </a:tblGrid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預訓練來源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Challenge PDJ ↑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Challenge MPJPE ↓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SyDog-Video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70.51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0.14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StanfordExtra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42.00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0.40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Animal Pose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47.39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0.31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APT-36K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54.65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0.20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</a:tr>
            </a:tbl>
          </a:graphicData>
        </a:graphic>
      </p:graphicFrame>
      <p:sp>
        <p:nvSpPr>
          <p:cNvPr id="3" name="text-1">
            <a:extLst xmlns:a="http://schemas.openxmlformats.org/drawingml/2006/main">
              <a:ext uri="{FF2B5EF4-FFF2-40B4-BE49-F238E27FC236}">
                <a16:creationId xmlns:a16="http://schemas.microsoft.com/office/drawing/2014/main" id="{777C7BEF-BE33-447B-9105-F7DA6A5E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SyDog 比最佳真實預訓練對照高 15.86 PDJ 百分點。</a:t>
            </a:r>
          </a:p>
        </p:txBody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9F9BD8E0-EF82-41C2-8959-C8B60DAF3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48175"/>
            <a:ext cx="809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Known 困難子集；數值依 Table 9。原表子集與整體欄位無法一致重建加權平均。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D3108D92-7E43-4985-A202-3C69485D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Table 9（p.12）；差值 70.51 − 54.65 = 15.86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585DB124-A052-4507-BD6D-7ADAA926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0">
            <a:extLst xmlns:a="http://schemas.openxmlformats.org/drawingml/2006/main">
              <a:ext uri="{FF2B5EF4-FFF2-40B4-BE49-F238E27FC236}">
                <a16:creationId xmlns:a16="http://schemas.microsoft.com/office/drawing/2014/main" id="{2C3F433E-E4A8-4310-8EF1-0016085D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時間線索在連續影格中的視覺證據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C5347A-4F6F-44C0-93F9-D42149DED6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f3d1d3b09b4b13"/>
          <a:stretch xmlns:a="http://schemas.openxmlformats.org/drawingml/2006/main"/>
        </p:blipFill>
        <p:spPr>
          <a:xfrm xmlns:a="http://schemas.openxmlformats.org/drawingml/2006/main">
            <a:off x="500767" y="1219200"/>
            <a:ext cx="5799316" cy="3419475"/>
          </a:xfrm>
          <a:prstGeom xmlns:a="http://schemas.openxmlformats.org/drawingml/2006/main" prst="rect">
            <a:avLst/>
          </a:prstGeom>
        </p:spPr>
      </p:pic>
      <p:sp>
        <p:nvSpPr>
          <p:cNvPr id="3" name="text-1">
            <a:extLst xmlns:a="http://schemas.openxmlformats.org/drawingml/2006/main">
              <a:ext uri="{FF2B5EF4-FFF2-40B4-BE49-F238E27FC236}">
                <a16:creationId xmlns:a16="http://schemas.microsoft.com/office/drawing/2014/main" id="{F6D7D68C-B135-4396-B229-65CA7DEE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295400"/>
            <a:ext cx="2066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沿同一列觀察時間推進</a:t>
            </a:r>
          </a:p>
        </p:txBody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8D5191A1-EA15-4B4A-B188-0F4305CB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619250"/>
            <a:ext cx="20669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圖示每隔 5 幀取樣；觀察前腳與尾部。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283EC102-8BDE-46AA-B3CC-BF754AB7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266950"/>
            <a:ext cx="2066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再比較不同預訓練來源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1A074D21-88BE-4499-81D1-F43709171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590800"/>
            <a:ext cx="20669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SyDog、StanfordExtra、Animal Pose、APT-36K。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B54A263C-5499-44A7-B238-8E0905B7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3238500"/>
            <a:ext cx="2066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讀圖條件</a:t>
            </a:r>
          </a:p>
        </p:txBody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43AE44BA-7BBD-4BE5-83DA-2A0144A5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3562350"/>
            <a:ext cx="20669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綠：真值；粉紅：預測。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皆經 Dogio 微調。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1983CC8E-5A0D-40BB-A8B9-462D97B9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4324350"/>
            <a:ext cx="20669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連續性為定性觀察；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未另報抖動指標。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B152BE74-751D-496E-A0C5-4CE627FC6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Fig.5（p.10）；大動作／遮蔽範例另見 Fig.6–7（p.11）</a:t>
            </a:r>
          </a:p>
        </p:txBody>
      </p:sp>
      <p:sp>
        <p:nvSpPr>
          <p:cNvPr id="11" name="text-9">
            <a:extLst xmlns:a="http://schemas.openxmlformats.org/drawingml/2006/main">
              <a:ext uri="{FF2B5EF4-FFF2-40B4-BE49-F238E27FC236}">
                <a16:creationId xmlns:a16="http://schemas.microsoft.com/office/drawing/2014/main" id="{981F5FDE-3902-4112-BF22-FFEEFCEF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252E6467-2D4A-4D70-97CB-6FEACD6B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二次微調：未知犬種改善，Known 有取捨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D399AB-9006-4853-BBDD-51395882BE12}"/>
              </a:ext>
            </a:extLst>
          </p:cNvPr>
          <p:cNvGraphicFramePr/>
          <p:nvPr/>
        </p:nvGraphicFramePr>
        <p:xfrm>
          <a:off xmlns:a="http://schemas.openxmlformats.org/drawingml/2006/main" x="476250" y="1238250"/>
          <a:ext xmlns:a="http://schemas.openxmlformats.org/drawingml/2006/main" cx="8191500" cy="2238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2095500"/>
                <a:gridCol w="2095500"/>
              </a:tblGrid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SyDog 後的微調路徑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PDJ Known ↑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PDJ Unknown ↑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直接 → Dogio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77.76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41.78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→ StanfordExtra → Dogio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59.75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47.18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→ Animal Pose → Dogio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74.99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58.72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→ APT-36K → Dogio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72.44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58.38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</a:tr>
            </a:tbl>
          </a:graphicData>
        </a:graphic>
      </p:graphicFrame>
      <p:sp>
        <p:nvSpPr>
          <p:cNvPr id="3" name="text-1">
            <a:extLst xmlns:a="http://schemas.openxmlformats.org/drawingml/2006/main">
              <a:ext uri="{FF2B5EF4-FFF2-40B4-BE49-F238E27FC236}">
                <a16:creationId xmlns:a16="http://schemas.microsoft.com/office/drawing/2014/main" id="{DC9054FB-A3B4-4B9A-8AD6-D6C4B949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Animal Pose 中繼：Unknown +16.94，但 Known −2.77 百分點。</a:t>
            </a:r>
          </a:p>
        </p:txBody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3EC6DDC6-0DD4-4219-8257-EFD56BC97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48175"/>
            <a:ext cx="809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相對「直接 → Dogio」；因此單次微調最佳，只適用於這裡的 Known PDJ。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BC908154-65D6-4494-9492-80ED7A1F4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Tables 7–8（p.9）；差值由原表計算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AA35FFCC-8CA0-4185-B80A-9A9B0B8F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22A64D44-B938-4FE4-B61A-EA6600D5E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背景越複雜，不一定表現越好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AE653C-47A7-4B60-8797-AE391477A0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b3e39e8df24331"/>
          <a:stretch xmlns:a="http://schemas.openxmlformats.org/drawingml/2006/main"/>
        </p:blipFill>
        <p:spPr>
          <a:xfrm xmlns:a="http://schemas.openxmlformats.org/drawingml/2006/main">
            <a:off x="1976518" y="1066800"/>
            <a:ext cx="5190964" cy="1314450"/>
          </a:xfrm>
          <a:prstGeom xmlns:a="http://schemas.openxmlformats.org/drawingml/2006/main" prst="rect">
            <a:avLst/>
          </a:prstGeom>
        </p:spPr>
      </p:pic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55071D-5EA4-4235-9886-4287A7D70976}"/>
              </a:ext>
            </a:extLst>
          </p:cNvPr>
          <p:cNvGraphicFramePr/>
          <p:nvPr/>
        </p:nvGraphicFramePr>
        <p:xfrm>
          <a:off xmlns:a="http://schemas.openxmlformats.org/drawingml/2006/main" x="476250" y="2533650"/>
          <a:ext xmlns:a="http://schemas.openxmlformats.org/drawingml/2006/main" cx="8191500" cy="1666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2095500"/>
                <a:gridCol w="2095500"/>
              </a:tblGrid>
              <a:tr h="3333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42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合成背景（微調後）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2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Known PDJ ↑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2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Unknown PDJ ↑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</a:tr>
              <a:tr h="3333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42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 clean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2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77.76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2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41.78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425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 groundplane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25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79.94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25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48.00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</a:tr>
              <a:tr h="3333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42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加入人物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2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79.24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2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38.90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42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道具＋人物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2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74.14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42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39.76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1F0F4"/>
                    </a:solidFill>
                  </a:tcPr>
                </a:tc>
              </a:tr>
            </a:tbl>
          </a:graphicData>
        </a:graphic>
      </p:graphicFrame>
      <p:sp>
        <p:nvSpPr>
          <p:cNvPr id="4" name="text-1">
            <a:extLst xmlns:a="http://schemas.openxmlformats.org/drawingml/2006/main">
              <a:ext uri="{FF2B5EF4-FFF2-40B4-BE49-F238E27FC236}">
                <a16:creationId xmlns:a16="http://schemas.microsoft.com/office/drawing/2014/main" id="{86A0ED3B-5F1C-400C-8BED-4B510D35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91025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無地面幾何的版本最佳；加人物只改善 Known，Unknown 反而下降。</a:t>
            </a:r>
          </a:p>
        </p:txBody>
      </p:sp>
      <p:sp>
        <p:nvSpPr>
          <p:cNvPr id="5" name="text-2">
            <a:extLst xmlns:a="http://schemas.openxmlformats.org/drawingml/2006/main">
              <a:ext uri="{FF2B5EF4-FFF2-40B4-BE49-F238E27FC236}">
                <a16:creationId xmlns:a16="http://schemas.microsoft.com/office/drawing/2014/main" id="{C2484FBE-3A78-4887-9C82-D62FB45E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Fig.8–9（p.12）；保留原文微調設定</a:t>
            </a:r>
          </a:p>
        </p:txBody>
      </p:sp>
      <p:sp>
        <p:nvSpPr>
          <p:cNvPr id="6" name="text-3">
            <a:extLst xmlns:a="http://schemas.openxmlformats.org/drawingml/2006/main">
              <a:ext uri="{FF2B5EF4-FFF2-40B4-BE49-F238E27FC236}">
                <a16:creationId xmlns:a16="http://schemas.microsoft.com/office/drawing/2014/main" id="{85184963-03D9-4ACE-8632-5407AF0F7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0">
            <a:extLst xmlns:a="http://schemas.openxmlformats.org/drawingml/2006/main">
              <a:ext uri="{FF2B5EF4-FFF2-40B4-BE49-F238E27FC236}">
                <a16:creationId xmlns:a16="http://schemas.microsoft.com/office/drawing/2014/main" id="{DB8C037F-00BF-4E81-A825-28428F51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增加合成資料量會遇到飽和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09F519-FEF0-4614-856D-4BFF0F3282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e3749304fe4b4f"/>
          <a:stretch xmlns:a="http://schemas.openxmlformats.org/drawingml/2006/main"/>
        </p:blipFill>
        <p:spPr>
          <a:xfrm xmlns:a="http://schemas.openxmlformats.org/drawingml/2006/main">
            <a:off x="420961" y="1343025"/>
            <a:ext cx="5292178" cy="3038475"/>
          </a:xfrm>
          <a:prstGeom xmlns:a="http://schemas.openxmlformats.org/drawingml/2006/main" prst="rect">
            <a:avLst/>
          </a:prstGeom>
        </p:spPr>
      </p:pic>
      <p:sp>
        <p:nvSpPr>
          <p:cNvPr id="3" name="text-1">
            <a:extLst xmlns:a="http://schemas.openxmlformats.org/drawingml/2006/main">
              <a:ext uri="{FF2B5EF4-FFF2-40B4-BE49-F238E27FC236}">
                <a16:creationId xmlns:a16="http://schemas.microsoft.com/office/drawing/2014/main" id="{644A4DB2-46FD-477D-94ED-5A555F639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276350"/>
            <a:ext cx="2619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約 7,700 個序列後</a:t>
            </a:r>
          </a:p>
        </p:txBody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1A983BDF-AD81-4AB6-9FAA-6E630D166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00200"/>
            <a:ext cx="2619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Known 表現趨於飽和，Unknown 可能下降。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1C1632C7-7CAD-4C6C-B973-F56A5DF1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286000"/>
            <a:ext cx="2619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少量合成預訓練也有作用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99B8BBA1-1EA4-4D3F-BDCD-5C9EE671C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609850"/>
            <a:ext cx="2619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140 序列的 Known PDJ 約 73.42。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A3196654-2F3D-4401-9960-7EA75538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295650"/>
            <a:ext cx="2619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條件不可省略</a:t>
            </a:r>
          </a:p>
        </p:txBody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561F4843-8D2B-4AC9-BC46-7562E36F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619500"/>
            <a:ext cx="2619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無 groundplane 的 SyDog 預訓練，再以 Dogio 微調。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0BAC5F64-9C6F-4ED1-BC27-4FCDEFC03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48175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資料量之外，訓練分布與目標域的匹配同樣影響結果。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492DE363-42D7-411A-8DA0-84CF19E0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Fig.10、§5.6（p.13）；橫軸為樣本數的對數尺度</a:t>
            </a:r>
          </a:p>
        </p:txBody>
      </p:sp>
      <p:sp>
        <p:nvSpPr>
          <p:cNvPr id="11" name="text-9">
            <a:extLst xmlns:a="http://schemas.openxmlformats.org/drawingml/2006/main">
              <a:ext uri="{FF2B5EF4-FFF2-40B4-BE49-F238E27FC236}">
                <a16:creationId xmlns:a16="http://schemas.microsoft.com/office/drawing/2014/main" id="{CBB6D527-DDBA-4786-B66E-B38D47B62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7B2FE66A-B8A8-4BC7-B480-FD1581CA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外觀增強有效，更多處理未必更好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66DAF6-ED0D-49BA-9AFC-7D02918A637A}"/>
              </a:ext>
            </a:extLst>
          </p:cNvPr>
          <p:cNvGraphicFramePr/>
          <p:nvPr/>
        </p:nvGraphicFramePr>
        <p:xfrm>
          <a:off xmlns:a="http://schemas.openxmlformats.org/drawingml/2006/main" x="476250" y="1238250"/>
          <a:ext xmlns:a="http://schemas.openxmlformats.org/drawingml/2006/main" cx="8191500" cy="1790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2095500"/>
                <a:gridCol w="2095500"/>
              </a:tblGrid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合成訓練增強方式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PDJ Known ↑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PDJ Unknown ↑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T w="4763">
                      <a:solidFill>
                        <a:srgbClr val="D8D5E0"/>
                      </a:solidFill>
                      <a:prstDash val="solid"/>
                    </a:lnT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B3B9FB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無增強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73.63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32.34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外觀增強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78.67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1">
                          <a:solidFill>
                            <a:srgbClr val="C74142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39.67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EEECFC"/>
                    </a:solidFill>
                  </a:tcPr>
                </a:tc>
              </a:tr>
              <a:tr h="447675"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外觀＋幾何增強</a:t>
                      </a:r>
                    </a:p>
                  </a:txBody>
                  <a:tcPr marL="91440" marR="91440" marT="45720" marB="45720" anchor="ctr">
                    <a:lnL w="4763">
                      <a:solidFill>
                        <a:srgbClr val="D8D5E0"/>
                      </a:solidFill>
                      <a:prstDash val="solid"/>
                    </a:lnL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77.76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47625" rIns="76200" bIns="47625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575" b="0">
                          <a:solidFill>
                            <a:srgbClr val="30303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38.04</a:t>
                      </a:r>
                    </a:p>
                  </a:txBody>
                  <a:tcPr marL="91440" marR="91440" marT="45720" marB="45720" anchor="ctr">
                    <a:lnR w="4763">
                      <a:solidFill>
                        <a:srgbClr val="D8D5E0"/>
                      </a:solidFill>
                      <a:prstDash val="solid"/>
                    </a:lnR>
                    <a:lnB w="4763">
                      <a:solidFill>
                        <a:srgbClr val="D8D5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text-1">
            <a:extLst xmlns:a="http://schemas.openxmlformats.org/drawingml/2006/main">
              <a:ext uri="{FF2B5EF4-FFF2-40B4-BE49-F238E27FC236}">
                <a16:creationId xmlns:a16="http://schemas.microsoft.com/office/drawing/2014/main" id="{76EBDCA6-113E-4CD3-9B82-8327F2477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外觀增強相對無增強：Known +5.04；Unknown +7.33 百分點。</a:t>
            </a:r>
          </a:p>
        </p:txBody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27693ADC-C8AC-43AD-9F68-2E2D5BB9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48175"/>
            <a:ext cx="809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無毛髮＋完整增強的 Known PDJ 為 80.53；原表其餘欄位疑有錯置，不採用。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06E0D4C1-3EEB-477E-809C-2EDDA4074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Table 10（p.13）；Table 10 的完整增強數值不與 Table 6 混組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1AC40E71-D8F7-4BFB-81F4-47A5ACB9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0">
            <a:extLst xmlns:a="http://schemas.openxmlformats.org/drawingml/2006/main">
              <a:ext uri="{FF2B5EF4-FFF2-40B4-BE49-F238E27FC236}">
                <a16:creationId xmlns:a16="http://schemas.microsoft.com/office/drawing/2014/main" id="{0D56DA2C-8DF5-410B-AF41-FD909D4C1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研究限制與結果解讀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FDF75640-673F-486F-BD9C-74418490B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62050"/>
            <a:ext cx="80867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泛化邊界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95A61FF6-B90C-4111-AEED-8E06D0228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85900"/>
            <a:ext cx="80867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未微調時真實域表現低；新犬種仍是主要瓶頸。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6329F85-59AC-4BAB-BAED-AF6CDFB2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24050"/>
            <a:ext cx="80867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資料代表性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E54620F0-498E-4793-8E96-0A071FAF6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47900"/>
            <a:ext cx="80867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僅 5 個合成犬型；真實訓練影片少，Known 來自同批影片。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9B539AFF-8915-418D-86A6-4C44D9A19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86050"/>
            <a:ext cx="80867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比較條件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239D0544-32BA-4918-A81B-341ECBE88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09900"/>
            <a:ext cx="80867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資料量、關鍵點標註及目標域來源不同，難以分離全部因素。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B514C942-5E21-431A-A9C6-B10921CA1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48050"/>
            <a:ext cx="80867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可重現性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0E57438A-F170-486A-86B2-56980A175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71900"/>
            <a:ext cx="80867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訓練樣本 155／115 不一致；Tables 9–10 有統計或欄位疑義。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3D666286-DEC2-4A68-BD80-6A3F00D7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005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C74142"/>
                </a:solidFill>
                <a:latin typeface="Microsoft JhengHei"/>
                <a:ea typeface="Microsoft JhengHei"/>
                <a:cs typeface="Microsoft JhengHei"/>
              </a:rPr>
              <a:t>支持合成影片作為預訓練資源；尚不足以推論廣泛犬種或實際診斷效能。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C4630A9C-4FEF-41DD-B6F2-4F04145F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§6（pp.13–14）；Tables 2、6、7、9、10</a:t>
            </a:r>
          </a:p>
        </p:txBody>
      </p:sp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9ECBE8CB-795B-4D03-BAF6-106572DD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0">
            <a:extLst xmlns:a="http://schemas.openxmlformats.org/drawingml/2006/main">
              <a:ext uri="{FF2B5EF4-FFF2-40B4-BE49-F238E27FC236}">
                <a16:creationId xmlns:a16="http://schemas.microsoft.com/office/drawing/2014/main" id="{5B745562-F9D7-4248-BE4A-75F10E0A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結論與討論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CA0EAC3C-53C4-4335-A740-9CE9AA05D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合成影片可提供有效預訓練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C451000F-AEAE-423D-AB76-811FBFF9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66850"/>
            <a:ext cx="809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自動而完整的姿態標註，支援小型真實資料學習。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90242064-4623-4B61-B4D8-BE65090D0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24050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時間資訊有直接對照支持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3357342C-E326-492A-BB41-9534ABE5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47900"/>
            <a:ext cx="809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相對 NoTemp：Known +14.41、Unknown +14.15 PDJ 百分點。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D210D964-9B8A-47F7-B3A6-3AEEF1D74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05100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目標域適應與多樣性仍關鍵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03C876F2-0A05-4CF0-B48F-A3D33F8F0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28950"/>
            <a:ext cx="809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303035"/>
                </a:solidFill>
                <a:latin typeface="Microsoft JhengHei"/>
                <a:ea typeface="Microsoft JhengHei"/>
                <a:cs typeface="Microsoft JhengHei"/>
              </a:rPr>
              <a:t>跨域差距沒有消失；未知犬種需要更好的泛化。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B7318A48-0B7E-42C5-A447-440B06E10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667125"/>
            <a:ext cx="8096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defPPr>
            <a:lvl1pPr algn="l">
              <a:buNone/>
              <a:defRPr sz="120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1pPr>
            <a:lvl2pPr algn="l">
              <a:buNone/>
              <a:defRPr sz="120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2pPr>
            <a:lvl3pPr algn="l">
              <a:buNone/>
              <a:defRPr sz="120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3pPr>
            <a:lvl4pPr algn="l">
              <a:buNone/>
              <a:defRPr sz="120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4pPr>
            <a:lvl5pPr algn="l">
              <a:buNone/>
              <a:defRPr sz="120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5pPr>
            <a:lvl6pPr algn="l">
              <a:buNone/>
              <a:defRPr sz="120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6pPr>
            <a:lvl7pPr algn="l">
              <a:buNone/>
              <a:defRPr sz="120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7pPr>
            <a:lvl8pPr algn="l">
              <a:buNone/>
              <a:defRPr sz="120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8pPr>
            <a:lvl9pPr algn="l">
              <a:buNone/>
              <a:defRPr sz="120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303035"/>
                </a:solidFill>
                <a:latin typeface="Lato"/>
                <a:ea typeface="Lato"/>
                <a:cs typeface="Lato"/>
              </a:rPr>
              <a:t>Shooter, M., Malleson, C., &amp; Hilton, A. (2024).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303035"/>
                </a:solidFill>
                <a:latin typeface="Lato"/>
                <a:ea typeface="Lato"/>
                <a:cs typeface="Lato"/>
              </a:rPr>
              <a:t>SyDog-Video: A Synthetic Dog Video Dataset for Temporal Pose Estimation.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303035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303035"/>
                </a:solidFill>
                <a:latin typeface="Lato"/>
                <a:ea typeface="Lato"/>
                <a:cs typeface="Lato"/>
              </a:rPr>
              <a:t>IJCV, 132, 1986–2002. doi:10.1007/s11263-023-01946-z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EA5D36C9-CD6A-4CE0-ABB6-D9DC3888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4817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7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7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7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7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7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7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7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7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7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7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圖表改編／裁切自原論文（CC BY 4.0） · Template: Slidesgo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原模板圖示與素材：Flaticon / Freepik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EB524FDE-6595-4FC6-BBB1-C60A3652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78390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38" b="0">
                <a:solidFill>
                  <a:srgbClr val="66636E"/>
                </a:solidFill>
                <a:latin typeface="Microsoft JhengHei"/>
                <a:ea typeface="Microsoft JhengHei"/>
                <a:cs typeface="Microsoft JhengHei"/>
              </a:rPr>
              <a:t>PDF 全文；重點為 Tables 6–8 與 §6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1F009A9E-992A-431A-82A1-C54EBFE2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buNone/>
              <a:defRPr sz="1200" b="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6636E"/>
                </a:solidFill>
                <a:latin typeface="Lato"/>
                <a:ea typeface="Lato"/>
                <a:cs typeface="Lato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6BF02A-E4F3-47A7-A1E0-957F5373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000250"/>
            <a:ext cx="533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40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40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40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40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40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40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40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40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40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40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40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514889"/>
                </a:solidFill>
                <a:latin typeface="Microsoft JhengHei"/>
                <a:ea typeface="Microsoft JhengHei"/>
                <a:cs typeface="Microsoft JhengHei"/>
              </a:rPr>
              <a:t>謝謝聆聽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75F78E-3674-42E1-809B-AF48C31F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910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1200">
                <a:solidFill>
                  <a:srgbClr val="66636E"/>
                </a:solidFill>
                <a:latin typeface="Lato"/>
                <a:ea typeface="Lato"/>
                <a:cs typeface="Lato"/>
              </a:defRPr>
            </a:defPPr>
            <a:lvl1pPr algn="r">
              <a:defRPr sz="1200">
                <a:solidFill>
                  <a:srgbClr val="66636E"/>
                </a:solidFill>
                <a:latin typeface="Lato"/>
                <a:ea typeface="Lato"/>
                <a:cs typeface="Lato"/>
              </a:defRPr>
            </a:lvl1pPr>
            <a:lvl2pPr algn="r">
              <a:defRPr sz="1200">
                <a:solidFill>
                  <a:srgbClr val="66636E"/>
                </a:solidFill>
                <a:latin typeface="Lato"/>
                <a:ea typeface="Lato"/>
                <a:cs typeface="Lato"/>
              </a:defRPr>
            </a:lvl2pPr>
            <a:lvl3pPr algn="r">
              <a:defRPr sz="1200">
                <a:solidFill>
                  <a:srgbClr val="66636E"/>
                </a:solidFill>
                <a:latin typeface="Lato"/>
                <a:ea typeface="Lato"/>
                <a:cs typeface="Lato"/>
              </a:defRPr>
            </a:lvl3pPr>
            <a:lvl4pPr algn="r">
              <a:defRPr sz="1200">
                <a:solidFill>
                  <a:srgbClr val="66636E"/>
                </a:solidFill>
                <a:latin typeface="Lato"/>
                <a:ea typeface="Lato"/>
                <a:cs typeface="Lato"/>
              </a:defRPr>
            </a:lvl4pPr>
            <a:lvl5pPr algn="r">
              <a:defRPr sz="1200">
                <a:solidFill>
                  <a:srgbClr val="66636E"/>
                </a:solidFill>
                <a:latin typeface="Lato"/>
                <a:ea typeface="Lato"/>
                <a:cs typeface="Lato"/>
              </a:defRPr>
            </a:lvl5pPr>
            <a:lvl6pPr algn="r">
              <a:defRPr sz="1200">
                <a:solidFill>
                  <a:srgbClr val="66636E"/>
                </a:solidFill>
                <a:latin typeface="Lato"/>
                <a:ea typeface="Lato"/>
                <a:cs typeface="Lato"/>
              </a:defRPr>
            </a:lvl6pPr>
            <a:lvl7pPr algn="r">
              <a:defRPr sz="1200">
                <a:solidFill>
                  <a:srgbClr val="66636E"/>
                </a:solidFill>
                <a:latin typeface="Lato"/>
                <a:ea typeface="Lato"/>
                <a:cs typeface="Lato"/>
              </a:defRPr>
            </a:lvl7pPr>
            <a:lvl8pPr algn="r">
              <a:defRPr sz="1200">
                <a:solidFill>
                  <a:srgbClr val="66636E"/>
                </a:solidFill>
                <a:latin typeface="Lato"/>
                <a:ea typeface="Lato"/>
                <a:cs typeface="Lato"/>
              </a:defRPr>
            </a:lvl8pPr>
            <a:lvl9pPr algn="r">
              <a:defRPr sz="1200">
                <a:solidFill>
                  <a:srgbClr val="66636E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algn="r">
              <a:defRPr sz="1200">
                <a:solidFill>
                  <a:srgbClr val="66636E"/>
                </a:solidFill>
                <a:latin typeface="Lato"/>
                <a:ea typeface="Lato"/>
                <a:cs typeface="Lato"/>
              </a:defRPr>
            </a:pPr>
            <a:r>
              <a:rPr sz="1200">
                <a:solidFill>
                  <a:srgbClr val="66636E"/>
                </a:solidFill>
                <a:latin typeface="Lato"/>
                <a:ea typeface="Lato"/>
                <a:cs typeface="Lato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575403967"/>
      </p:ext>
    </p:extLst>
  </p:cSld>
</p:sld>
</file>

<file path=ppt/theme/theme1.xml><?xml version="1.0" encoding="utf-8"?>
<a:theme xmlns:a="http://schemas.openxmlformats.org/drawingml/2006/main" name="Animal Center XL by Slidesgo">
  <a:themeElements>
    <a:clrScheme name="Simple Light">
      <a:dk1>
        <a:srgbClr val="2E2E2E"/>
      </a:dk1>
      <a:lt1>
        <a:srgbClr val="F5F5F5"/>
      </a:lt1>
      <a:dk2>
        <a:srgbClr val="595959"/>
      </a:dk2>
      <a:lt2>
        <a:srgbClr val="EEEEEE"/>
      </a:lt2>
      <a:accent1>
        <a:srgbClr val="B3B9FB"/>
      </a:accent1>
      <a:accent2>
        <a:srgbClr val="FFDB8F"/>
      </a:accent2>
      <a:accent3>
        <a:srgbClr val="9DE0EE"/>
      </a:accent3>
      <a:accent4>
        <a:srgbClr val="D2D6FD"/>
      </a:accent4>
      <a:accent5>
        <a:srgbClr val="F3E0B7"/>
      </a:accent5>
      <a:accent6>
        <a:srgbClr val="C9F0F8"/>
      </a:accent6>
      <a:hlink>
        <a:srgbClr val="2E2E2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2026-10-30T11:55:35.4100000Z</dcterms:created>
  <dcterms:modified xsi:type="dcterms:W3CDTF">2026-10-30T11:55:35.4100000Z</dcterms:modified>
</coreProperties>
</file>