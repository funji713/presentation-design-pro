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edf022cff14018" /><Relationship Type="http://schemas.openxmlformats.org/officeDocument/2006/relationships/extended-properties" Target="/docProps/app.xml" Id="Rc91e09524be14d92" /><Relationship Type="http://schemas.openxmlformats.org/officeDocument/2006/relationships/officeDocument" Target="/ppt/presentation.xml" Id="Rd9ab0822bf6f466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c7965caea4a4e22"/>
    <p:sldMasterId xmlns:r="http://schemas.openxmlformats.org/officeDocument/2006/relationships" id="2147483710" r:id="R3c76d87a5bb14c1a"/>
  </p:sldMasterIdLst>
  <p:notesMasterIdLst>
    <p:notesMasterId xmlns:r="http://schemas.openxmlformats.org/officeDocument/2006/relationships" r:id="R52893d0f70024050"/>
  </p:notesMasterIdLst>
  <p:sldIdLst>
    <p:sldId xmlns:r="http://schemas.openxmlformats.org/officeDocument/2006/relationships" id="256" r:id="Rd6ccfeec8de847fc"/>
    <p:sldId xmlns:r="http://schemas.openxmlformats.org/officeDocument/2006/relationships" id="257" r:id="R2d3804f13623483a"/>
    <p:sldId xmlns:r="http://schemas.openxmlformats.org/officeDocument/2006/relationships" id="258" r:id="R1ff3ef04189f45f3"/>
    <p:sldId xmlns:r="http://schemas.openxmlformats.org/officeDocument/2006/relationships" id="259" r:id="R4246c3b4a2dc45ec"/>
    <p:sldId xmlns:r="http://schemas.openxmlformats.org/officeDocument/2006/relationships" id="260" r:id="Rc2051a372cbd4e65"/>
    <p:sldId xmlns:r="http://schemas.openxmlformats.org/officeDocument/2006/relationships" id="261" r:id="Rcebf9165785e43e1"/>
    <p:sldId xmlns:r="http://schemas.openxmlformats.org/officeDocument/2006/relationships" id="262" r:id="Rbbd29c6502294b09"/>
    <p:sldId xmlns:r="http://schemas.openxmlformats.org/officeDocument/2006/relationships" id="263" r:id="R47c4313d35774ca1"/>
    <p:sldId xmlns:r="http://schemas.openxmlformats.org/officeDocument/2006/relationships" id="264" r:id="R55a4f15a04ff48c4"/>
    <p:sldId xmlns:r="http://schemas.openxmlformats.org/officeDocument/2006/relationships" id="265" r:id="R76b25c14bcf446f3"/>
    <p:sldId xmlns:r="http://schemas.openxmlformats.org/officeDocument/2006/relationships" id="266" r:id="R1a9b3defbfb442bb"/>
    <p:sldId xmlns:r="http://schemas.openxmlformats.org/officeDocument/2006/relationships" id="267" r:id="R4dd347e998064e66"/>
    <p:sldId xmlns:r="http://schemas.openxmlformats.org/officeDocument/2006/relationships" id="268" r:id="R27d08eb3722b46d0"/>
    <p:sldId xmlns:r="http://schemas.openxmlformats.org/officeDocument/2006/relationships" id="269" r:id="R7d934b56bbd448af"/>
    <p:sldId xmlns:r="http://schemas.openxmlformats.org/officeDocument/2006/relationships" id="270" r:id="Rf558a5565aa8416b"/>
    <p:sldId xmlns:r="http://schemas.openxmlformats.org/officeDocument/2006/relationships" id="271" r:id="R9e96af4b2156416c"/>
    <p:sldId xmlns:r="http://schemas.openxmlformats.org/officeDocument/2006/relationships" id="272" r:id="Rda199dfc18d64eda"/>
    <p:sldId xmlns:r="http://schemas.openxmlformats.org/officeDocument/2006/relationships" id="273" r:id="R649b236384534ab2"/>
    <p:sldId xmlns:r="http://schemas.openxmlformats.org/officeDocument/2006/relationships" id="274" r:id="R8e32fac0a6d3419a"/>
    <p:sldId xmlns:r="http://schemas.openxmlformats.org/officeDocument/2006/relationships" id="275" r:id="R78a4619e59a94c88"/>
    <p:sldId xmlns:r="http://schemas.openxmlformats.org/officeDocument/2006/relationships" id="276" r:id="R059c96c293d043f9"/>
    <p:sldId xmlns:r="http://schemas.openxmlformats.org/officeDocument/2006/relationships" id="277" r:id="R7d6e63bad1794b38"/>
    <p:sldId xmlns:r="http://schemas.openxmlformats.org/officeDocument/2006/relationships" id="278" r:id="R338aab4e35064dec"/>
    <p:sldId xmlns:r="http://schemas.openxmlformats.org/officeDocument/2006/relationships" id="279" r:id="R737b35c788334064"/>
    <p:sldId xmlns:r="http://schemas.openxmlformats.org/officeDocument/2006/relationships" id="280" r:id="R56e41656f1e24778"/>
    <p:sldId xmlns:r="http://schemas.openxmlformats.org/officeDocument/2006/relationships" id="281" r:id="R7f00fb672ecf424a"/>
    <p:sldId xmlns:r="http://schemas.openxmlformats.org/officeDocument/2006/relationships" id="282" r:id="R377e588b39d74d8b"/>
    <p:sldId xmlns:r="http://schemas.openxmlformats.org/officeDocument/2006/relationships" id="283" r:id="Rbeb435c307ab4776"/>
    <p:sldId xmlns:r="http://schemas.openxmlformats.org/officeDocument/2006/relationships" id="284" r:id="R79a9cf1bdf034913"/>
    <p:sldId xmlns:r="http://schemas.openxmlformats.org/officeDocument/2006/relationships" id="285" r:id="Raa1e58a10afa41d2"/>
    <p:sldId xmlns:r="http://schemas.openxmlformats.org/officeDocument/2006/relationships" id="286" r:id="R47003c45c5b7442c"/>
  </p:sldIdLst>
  <p:sldSz cx="9144000" cy="5143500"/>
  <p:notesSz cx="6858000" cy="9144000"/>
  <p:embeddedFontLst>
    <p:embeddedFont>
      <p:font typeface="Proxima Nova"/>
      <p:regular xmlns:r="http://schemas.openxmlformats.org/officeDocument/2006/relationships" r:id="R01591083db1341d3"/>
      <p:bold xmlns:r="http://schemas.openxmlformats.org/officeDocument/2006/relationships" r:id="R3b130e2aa8ca4b0f"/>
      <p:italic xmlns:r="http://schemas.openxmlformats.org/officeDocument/2006/relationships" r:id="R193e75cdf8e14334"/>
      <p:boldItalic xmlns:r="http://schemas.openxmlformats.org/officeDocument/2006/relationships" r:id="R995730f71ab040b7"/>
    </p:embeddedFont>
    <p:embeddedFont>
      <p:font typeface="Roboto Medium"/>
      <p:regular xmlns:r="http://schemas.openxmlformats.org/officeDocument/2006/relationships" r:id="Rcc3f6135828c49a6"/>
      <p:bold xmlns:r="http://schemas.openxmlformats.org/officeDocument/2006/relationships" r:id="R126272a21bcc45d7"/>
      <p:italic xmlns:r="http://schemas.openxmlformats.org/officeDocument/2006/relationships" r:id="R84b387857c014903"/>
      <p:boldItalic xmlns:r="http://schemas.openxmlformats.org/officeDocument/2006/relationships" r:id="Ref48cf19193047c0"/>
    </p:embeddedFont>
    <p:embeddedFont>
      <p:font typeface="Amatic SC"/>
      <p:regular xmlns:r="http://schemas.openxmlformats.org/officeDocument/2006/relationships" r:id="Reba2d2f3beee4000"/>
      <p:bold xmlns:r="http://schemas.openxmlformats.org/officeDocument/2006/relationships" r:id="Rffbaac2a3d494003"/>
    </p:embeddedFont>
    <p:embeddedFont>
      <p:font typeface="Ubuntu Condensed"/>
      <p:regular xmlns:r="http://schemas.openxmlformats.org/officeDocument/2006/relationships" r:id="Rfc41911999274eb2"/>
    </p:embeddedFont>
    <p:embeddedFont>
      <p:font typeface="Lato"/>
      <p:regular xmlns:r="http://schemas.openxmlformats.org/officeDocument/2006/relationships" r:id="R275a46540f7041ce"/>
      <p:bold xmlns:r="http://schemas.openxmlformats.org/officeDocument/2006/relationships" r:id="Rf1c846f307534aef"/>
      <p:italic xmlns:r="http://schemas.openxmlformats.org/officeDocument/2006/relationships" r:id="Rfe5ef37ac3544729"/>
      <p:boldItalic xmlns:r="http://schemas.openxmlformats.org/officeDocument/2006/relationships" r:id="R0d9a1ff0dfc64334"/>
    </p:embeddedFont>
    <p:embeddedFont>
      <p:font typeface="Lato Light"/>
      <p:regular xmlns:r="http://schemas.openxmlformats.org/officeDocument/2006/relationships" r:id="Rc1caa4522cdd40b7"/>
      <p:bold xmlns:r="http://schemas.openxmlformats.org/officeDocument/2006/relationships" r:id="R33658a323c3c4d37"/>
      <p:italic xmlns:r="http://schemas.openxmlformats.org/officeDocument/2006/relationships" r:id="Rdb70b5352d114326"/>
      <p:boldItalic xmlns:r="http://schemas.openxmlformats.org/officeDocument/2006/relationships" r:id="R040296c198914ab9"/>
    </p:embeddedFont>
    <p:embeddedFont>
      <p:font typeface="Fira Sans Condensed Medium"/>
      <p:regular xmlns:r="http://schemas.openxmlformats.org/officeDocument/2006/relationships" r:id="Rd1be1f703845449a"/>
      <p:bold xmlns:r="http://schemas.openxmlformats.org/officeDocument/2006/relationships" r:id="Rc2ca93507c5148b8"/>
      <p:italic xmlns:r="http://schemas.openxmlformats.org/officeDocument/2006/relationships" r:id="R3602e160f312405d"/>
      <p:boldItalic xmlns:r="http://schemas.openxmlformats.org/officeDocument/2006/relationships" r:id="R9662998bb6de4fdb"/>
    </p:embeddedFont>
    <p:embeddedFont>
      <p:font typeface="Fira Sans Extra Condensed Medium"/>
      <p:regular xmlns:r="http://schemas.openxmlformats.org/officeDocument/2006/relationships" r:id="Rb9958c0a6da54d47"/>
      <p:bold xmlns:r="http://schemas.openxmlformats.org/officeDocument/2006/relationships" r:id="R24b181674d554b90"/>
      <p:italic xmlns:r="http://schemas.openxmlformats.org/officeDocument/2006/relationships" r:id="R29db81523ba841d8"/>
      <p:boldItalic xmlns:r="http://schemas.openxmlformats.org/officeDocument/2006/relationships" r:id="R82e4c369881946cd"/>
    </p:embeddedFont>
    <p:embeddedFont>
      <p:font typeface="Livvic Medium"/>
      <p:regular xmlns:r="http://schemas.openxmlformats.org/officeDocument/2006/relationships" r:id="R09cb970f08b7474a"/>
      <p:bold xmlns:r="http://schemas.openxmlformats.org/officeDocument/2006/relationships" r:id="R80cd186356b740cb"/>
      <p:italic xmlns:r="http://schemas.openxmlformats.org/officeDocument/2006/relationships" r:id="R3662a43debcf4d96"/>
      <p:boldItalic xmlns:r="http://schemas.openxmlformats.org/officeDocument/2006/relationships" r:id="R05e5c7936fce43ad"/>
    </p:embeddedFont>
    <p:embeddedFont>
      <p:font typeface="Livvic"/>
      <p:regular xmlns:r="http://schemas.openxmlformats.org/officeDocument/2006/relationships" r:id="R4d6109cafb384a93"/>
      <p:bold xmlns:r="http://schemas.openxmlformats.org/officeDocument/2006/relationships" r:id="Rb22236845e3b4c59"/>
      <p:italic xmlns:r="http://schemas.openxmlformats.org/officeDocument/2006/relationships" r:id="Re7280bb24cd347d5"/>
      <p:boldItalic xmlns:r="http://schemas.openxmlformats.org/officeDocument/2006/relationships" r:id="R828cbb35c66c4398"/>
    </p:embeddedFont>
    <p:embeddedFont>
      <p:font typeface="Proxima Nova Semibold"/>
      <p:regular xmlns:r="http://schemas.openxmlformats.org/officeDocument/2006/relationships" r:id="Rc4f6467666134be2"/>
      <p:bold xmlns:r="http://schemas.openxmlformats.org/officeDocument/2006/relationships" r:id="R6a30db77295f481f"/>
      <p:boldItalic xmlns:r="http://schemas.openxmlformats.org/officeDocument/2006/relationships" r:id="Ra3722b716d9648fa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0781DA3E-E259-4224-BCB1-08E8F0E299A6}">
  <a:tblStyle styleId="{0781DA3E-E259-4224-BCB1-08E8F0E29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41a8910974373" /><Relationship Type="http://schemas.openxmlformats.org/officeDocument/2006/relationships/slideMaster" Target="/ppt/slideMasters/slideMaster1.xml" Id="R6c7965caea4a4e22" /><Relationship Type="http://schemas.openxmlformats.org/officeDocument/2006/relationships/slideMaster" Target="/ppt/slideMasters/slideMaster2.xml" Id="R3c76d87a5bb14c1a" /><Relationship Type="http://schemas.openxmlformats.org/officeDocument/2006/relationships/notesMaster" Target="/ppt/notesMasters/notesMaster1.xml" Id="R52893d0f70024050" /><Relationship Type="http://schemas.openxmlformats.org/officeDocument/2006/relationships/presProps" Target="/ppt/presProps.xml" Id="Re278ab99de084f81" /><Relationship Type="http://schemas.openxmlformats.org/officeDocument/2006/relationships/viewProps" Target="/ppt/viewProps.xml" Id="R24c08ce8ce0b40c0" /><Relationship Type="http://schemas.openxmlformats.org/officeDocument/2006/relationships/tableStyles" Target="/ppt/tableStyles.xml" Id="R12ac25f3552943c2" /><Relationship Type="http://schemas.openxmlformats.org/officeDocument/2006/relationships/font" Target="/ppt/fonts/font.dat" Id="R01591083db1341d3" /><Relationship Type="http://schemas.openxmlformats.org/officeDocument/2006/relationships/font" Target="/ppt/fonts/font2.dat" Id="R3b130e2aa8ca4b0f" /><Relationship Type="http://schemas.openxmlformats.org/officeDocument/2006/relationships/font" Target="/ppt/fonts/font3.dat" Id="R193e75cdf8e14334" /><Relationship Type="http://schemas.openxmlformats.org/officeDocument/2006/relationships/font" Target="/ppt/fonts/font4.dat" Id="R995730f71ab040b7" /><Relationship Type="http://schemas.openxmlformats.org/officeDocument/2006/relationships/font" Target="/ppt/fonts/font5.dat" Id="Rcc3f6135828c49a6" /><Relationship Type="http://schemas.openxmlformats.org/officeDocument/2006/relationships/font" Target="/ppt/fonts/font6.dat" Id="R126272a21bcc45d7" /><Relationship Type="http://schemas.openxmlformats.org/officeDocument/2006/relationships/font" Target="/ppt/fonts/font7.dat" Id="R84b387857c014903" /><Relationship Type="http://schemas.openxmlformats.org/officeDocument/2006/relationships/font" Target="/ppt/fonts/font8.dat" Id="Ref48cf19193047c0" /><Relationship Type="http://schemas.openxmlformats.org/officeDocument/2006/relationships/font" Target="/ppt/fonts/font9.dat" Id="Reba2d2f3beee4000" /><Relationship Type="http://schemas.openxmlformats.org/officeDocument/2006/relationships/font" Target="/ppt/fonts/font10.dat" Id="Rffbaac2a3d494003" /><Relationship Type="http://schemas.openxmlformats.org/officeDocument/2006/relationships/font" Target="/ppt/fonts/font11.dat" Id="Rfc41911999274eb2" /><Relationship Type="http://schemas.openxmlformats.org/officeDocument/2006/relationships/font" Target="/ppt/fonts/font12.dat" Id="R275a46540f7041ce" /><Relationship Type="http://schemas.openxmlformats.org/officeDocument/2006/relationships/font" Target="/ppt/fonts/font13.dat" Id="Rf1c846f307534aef" /><Relationship Type="http://schemas.openxmlformats.org/officeDocument/2006/relationships/font" Target="/ppt/fonts/font14.dat" Id="Rfe5ef37ac3544729" /><Relationship Type="http://schemas.openxmlformats.org/officeDocument/2006/relationships/font" Target="/ppt/fonts/font15.dat" Id="R0d9a1ff0dfc64334" /><Relationship Type="http://schemas.openxmlformats.org/officeDocument/2006/relationships/font" Target="/ppt/fonts/font16.dat" Id="Rc1caa4522cdd40b7" /><Relationship Type="http://schemas.openxmlformats.org/officeDocument/2006/relationships/font" Target="/ppt/fonts/font17.dat" Id="R33658a323c3c4d37" /><Relationship Type="http://schemas.openxmlformats.org/officeDocument/2006/relationships/font" Target="/ppt/fonts/font18.dat" Id="Rdb70b5352d114326" /><Relationship Type="http://schemas.openxmlformats.org/officeDocument/2006/relationships/font" Target="/ppt/fonts/font19.dat" Id="R040296c198914ab9" /><Relationship Type="http://schemas.openxmlformats.org/officeDocument/2006/relationships/font" Target="/ppt/fonts/font20.dat" Id="Rd1be1f703845449a" /><Relationship Type="http://schemas.openxmlformats.org/officeDocument/2006/relationships/font" Target="/ppt/fonts/font21.dat" Id="Rc2ca93507c5148b8" /><Relationship Type="http://schemas.openxmlformats.org/officeDocument/2006/relationships/font" Target="/ppt/fonts/font22.dat" Id="R3602e160f312405d" /><Relationship Type="http://schemas.openxmlformats.org/officeDocument/2006/relationships/font" Target="/ppt/fonts/font23.dat" Id="R9662998bb6de4fdb" /><Relationship Type="http://schemas.openxmlformats.org/officeDocument/2006/relationships/font" Target="/ppt/fonts/font24.dat" Id="Rb9958c0a6da54d47" /><Relationship Type="http://schemas.openxmlformats.org/officeDocument/2006/relationships/font" Target="/ppt/fonts/font25.dat" Id="R24b181674d554b90" /><Relationship Type="http://schemas.openxmlformats.org/officeDocument/2006/relationships/font" Target="/ppt/fonts/font26.dat" Id="R29db81523ba841d8" /><Relationship Type="http://schemas.openxmlformats.org/officeDocument/2006/relationships/font" Target="/ppt/fonts/font27.dat" Id="R82e4c369881946cd" /><Relationship Type="http://schemas.openxmlformats.org/officeDocument/2006/relationships/font" Target="/ppt/fonts/font28.dat" Id="R09cb970f08b7474a" /><Relationship Type="http://schemas.openxmlformats.org/officeDocument/2006/relationships/font" Target="/ppt/fonts/font29.dat" Id="R80cd186356b740cb" /><Relationship Type="http://schemas.openxmlformats.org/officeDocument/2006/relationships/font" Target="/ppt/fonts/font30.dat" Id="R3662a43debcf4d96" /><Relationship Type="http://schemas.openxmlformats.org/officeDocument/2006/relationships/font" Target="/ppt/fonts/font31.dat" Id="R05e5c7936fce43ad" /><Relationship Type="http://schemas.openxmlformats.org/officeDocument/2006/relationships/font" Target="/ppt/fonts/font32.dat" Id="R4d6109cafb384a93" /><Relationship Type="http://schemas.openxmlformats.org/officeDocument/2006/relationships/font" Target="/ppt/fonts/font33.dat" Id="Rb22236845e3b4c59" /><Relationship Type="http://schemas.openxmlformats.org/officeDocument/2006/relationships/font" Target="/ppt/fonts/font34.dat" Id="Re7280bb24cd347d5" /><Relationship Type="http://schemas.openxmlformats.org/officeDocument/2006/relationships/font" Target="/ppt/fonts/font35.dat" Id="R828cbb35c66c4398" /><Relationship Type="http://schemas.openxmlformats.org/officeDocument/2006/relationships/font" Target="/ppt/fonts/font36.dat" Id="Rc4f6467666134be2" /><Relationship Type="http://schemas.openxmlformats.org/officeDocument/2006/relationships/font" Target="/ppt/fonts/font37.dat" Id="R6a30db77295f481f" /><Relationship Type="http://schemas.openxmlformats.org/officeDocument/2006/relationships/font" Target="/ppt/fonts/font38.dat" Id="Ra3722b716d9648fa" /><Relationship Type="http://schemas.openxmlformats.org/officeDocument/2006/relationships/slide" Target="/ppt/slides/slide1.xml" Id="Rd6ccfeec8de847fc" /><Relationship Type="http://schemas.openxmlformats.org/officeDocument/2006/relationships/slide" Target="/ppt/slides/slide2.xml" Id="R2d3804f13623483a" /><Relationship Type="http://schemas.openxmlformats.org/officeDocument/2006/relationships/slide" Target="/ppt/slides/slide3.xml" Id="R1ff3ef04189f45f3" /><Relationship Type="http://schemas.openxmlformats.org/officeDocument/2006/relationships/slide" Target="/ppt/slides/slide4.xml" Id="R4246c3b4a2dc45ec" /><Relationship Type="http://schemas.openxmlformats.org/officeDocument/2006/relationships/slide" Target="/ppt/slides/slide5.xml" Id="Rc2051a372cbd4e65" /><Relationship Type="http://schemas.openxmlformats.org/officeDocument/2006/relationships/slide" Target="/ppt/slides/slide6.xml" Id="Rcebf9165785e43e1" /><Relationship Type="http://schemas.openxmlformats.org/officeDocument/2006/relationships/slide" Target="/ppt/slides/slide7.xml" Id="Rbbd29c6502294b09" /><Relationship Type="http://schemas.openxmlformats.org/officeDocument/2006/relationships/slide" Target="/ppt/slides/slide8.xml" Id="R47c4313d35774ca1" /><Relationship Type="http://schemas.openxmlformats.org/officeDocument/2006/relationships/slide" Target="/ppt/slides/slide9.xml" Id="R55a4f15a04ff48c4" /><Relationship Type="http://schemas.openxmlformats.org/officeDocument/2006/relationships/slide" Target="/ppt/slides/slide10.xml" Id="R76b25c14bcf446f3" /><Relationship Type="http://schemas.openxmlformats.org/officeDocument/2006/relationships/slide" Target="/ppt/slides/slide11.xml" Id="R1a9b3defbfb442bb" /><Relationship Type="http://schemas.openxmlformats.org/officeDocument/2006/relationships/slide" Target="/ppt/slides/slide12.xml" Id="R4dd347e998064e66" /><Relationship Type="http://schemas.openxmlformats.org/officeDocument/2006/relationships/slide" Target="/ppt/slides/slide13.xml" Id="R27d08eb3722b46d0" /><Relationship Type="http://schemas.openxmlformats.org/officeDocument/2006/relationships/slide" Target="/ppt/slides/slide14.xml" Id="R7d934b56bbd448af" /><Relationship Type="http://schemas.openxmlformats.org/officeDocument/2006/relationships/slide" Target="/ppt/slides/slide15.xml" Id="Rf558a5565aa8416b" /><Relationship Type="http://schemas.openxmlformats.org/officeDocument/2006/relationships/slide" Target="/ppt/slides/slide16.xml" Id="R9e96af4b2156416c" /><Relationship Type="http://schemas.openxmlformats.org/officeDocument/2006/relationships/slide" Target="/ppt/slides/slide17.xml" Id="Rda199dfc18d64eda" /><Relationship Type="http://schemas.openxmlformats.org/officeDocument/2006/relationships/slide" Target="/ppt/slides/slide18.xml" Id="R649b236384534ab2" /><Relationship Type="http://schemas.openxmlformats.org/officeDocument/2006/relationships/slide" Target="/ppt/slides/slide19.xml" Id="R8e32fac0a6d3419a" /><Relationship Type="http://schemas.openxmlformats.org/officeDocument/2006/relationships/slide" Target="/ppt/slides/slide20.xml" Id="R78a4619e59a94c88" /><Relationship Type="http://schemas.openxmlformats.org/officeDocument/2006/relationships/slide" Target="/ppt/slides/slide21.xml" Id="R059c96c293d043f9" /><Relationship Type="http://schemas.openxmlformats.org/officeDocument/2006/relationships/slide" Target="/ppt/slides/slide22.xml" Id="R7d6e63bad1794b38" /><Relationship Type="http://schemas.openxmlformats.org/officeDocument/2006/relationships/slide" Target="/ppt/slides/slide23.xml" Id="R338aab4e35064dec" /><Relationship Type="http://schemas.openxmlformats.org/officeDocument/2006/relationships/slide" Target="/ppt/slides/slide24.xml" Id="R737b35c788334064" /><Relationship Type="http://schemas.openxmlformats.org/officeDocument/2006/relationships/slide" Target="/ppt/slides/slide25.xml" Id="R56e41656f1e24778" /><Relationship Type="http://schemas.openxmlformats.org/officeDocument/2006/relationships/slide" Target="/ppt/slides/slide26.xml" Id="R7f00fb672ecf424a" /><Relationship Type="http://schemas.openxmlformats.org/officeDocument/2006/relationships/slide" Target="/ppt/slides/slide27.xml" Id="R377e588b39d74d8b" /><Relationship Type="http://schemas.openxmlformats.org/officeDocument/2006/relationships/slide" Target="/ppt/slides/slide28.xml" Id="Rbeb435c307ab4776" /><Relationship Type="http://schemas.openxmlformats.org/officeDocument/2006/relationships/slide" Target="/ppt/slides/slide29.xml" Id="R79a9cf1bdf034913" /><Relationship Type="http://schemas.openxmlformats.org/officeDocument/2006/relationships/slide" Target="/ppt/slides/slide30.xml" Id="Raa1e58a10afa41d2" /><Relationship Type="http://schemas.openxmlformats.org/officeDocument/2006/relationships/slide" Target="/ppt/slides/slide31.xml" Id="R47003c45c5b7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a56dfe6907541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Animal Center XL by Slidesgo">
  <a:themeElements>
    <a:clrScheme name="Simple Light">
      <a:dk1>
        <a:srgbClr val="2E2E2E"/>
      </a:dk1>
      <a:lt1>
        <a:srgbClr val="F5F5F5"/>
      </a:lt1>
      <a:dk2>
        <a:srgbClr val="595959"/>
      </a:dk2>
      <a:lt2>
        <a:srgbClr val="EEEEEE"/>
      </a:lt2>
      <a:accent1>
        <a:srgbClr val="B3B9FB"/>
      </a:accent1>
      <a:accent2>
        <a:srgbClr val="FFDB8F"/>
      </a:accent2>
      <a:accent3>
        <a:srgbClr val="9DE0EE"/>
      </a:accent3>
      <a:accent4>
        <a:srgbClr val="D2D6FD"/>
      </a:accent4>
      <a:accent5>
        <a:srgbClr val="F3E0B7"/>
      </a:accent5>
      <a:accent6>
        <a:srgbClr val="C9F0F8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93d48ef014ce3" /><Relationship Type="http://schemas.openxmlformats.org/officeDocument/2006/relationships/notesMaster" Target="/ppt/notesMasters/notesMaster1.xml" Id="Rb512aa036f7a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ecc592869b4db3" /><Relationship Type="http://schemas.openxmlformats.org/officeDocument/2006/relationships/notesMaster" Target="/ppt/notesMasters/notesMaster1.xml" Id="R8922909ebac54b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e0e1fec62e4f4d" /><Relationship Type="http://schemas.openxmlformats.org/officeDocument/2006/relationships/notesMaster" Target="/ppt/notesMasters/notesMaster1.xml" Id="Ra0cdd8a494e743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e6186ef8647be" /><Relationship Type="http://schemas.openxmlformats.org/officeDocument/2006/relationships/notesMaster" Target="/ppt/notesMasters/notesMaster1.xml" Id="Rb8859f2286a346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589ee6dafd450a" /><Relationship Type="http://schemas.openxmlformats.org/officeDocument/2006/relationships/notesMaster" Target="/ppt/notesMasters/notesMaster1.xml" Id="R8224118a5a844f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ef5ccbfc624024" /><Relationship Type="http://schemas.openxmlformats.org/officeDocument/2006/relationships/notesMaster" Target="/ppt/notesMasters/notesMaster1.xml" Id="Rd9d239285dd442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46d55fea0f4824" /><Relationship Type="http://schemas.openxmlformats.org/officeDocument/2006/relationships/notesMaster" Target="/ppt/notesMasters/notesMaster1.xml" Id="R8f6e3e4e3f4440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014fa402e34619" /><Relationship Type="http://schemas.openxmlformats.org/officeDocument/2006/relationships/notesMaster" Target="/ppt/notesMasters/notesMaster1.xml" Id="Rd4c306c3df4c49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88c41e99194b25" /><Relationship Type="http://schemas.openxmlformats.org/officeDocument/2006/relationships/notesMaster" Target="/ppt/notesMasters/notesMaster1.xml" Id="R7ba2cfe7673d43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d276e62e154b33" /><Relationship Type="http://schemas.openxmlformats.org/officeDocument/2006/relationships/notesMaster" Target="/ppt/notesMasters/notesMaster1.xml" Id="Rca37d8432bcf49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23949eeb124fa4" /><Relationship Type="http://schemas.openxmlformats.org/officeDocument/2006/relationships/notesMaster" Target="/ppt/notesMasters/notesMaster1.xml" Id="Rfcd8d6661fc042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3debda364e416d" /><Relationship Type="http://schemas.openxmlformats.org/officeDocument/2006/relationships/notesMaster" Target="/ppt/notesMasters/notesMaster1.xml" Id="R11f2e2948a8743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ff140d0bc84fb9" /><Relationship Type="http://schemas.openxmlformats.org/officeDocument/2006/relationships/notesMaster" Target="/ppt/notesMasters/notesMaster1.xml" Id="R8a1c4d32567647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7bb490da894065" /><Relationship Type="http://schemas.openxmlformats.org/officeDocument/2006/relationships/notesMaster" Target="/ppt/notesMasters/notesMaster1.xml" Id="Rc8ec04cdb3d04f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04c9b4fae84979" /><Relationship Type="http://schemas.openxmlformats.org/officeDocument/2006/relationships/notesMaster" Target="/ppt/notesMasters/notesMaster1.xml" Id="Rc9fd69e666c843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228834337342d7" /><Relationship Type="http://schemas.openxmlformats.org/officeDocument/2006/relationships/notesMaster" Target="/ppt/notesMasters/notesMaster1.xml" Id="R480d6ec02b0b43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2f8c3585534e07" /><Relationship Type="http://schemas.openxmlformats.org/officeDocument/2006/relationships/notesMaster" Target="/ppt/notesMasters/notesMaster1.xml" Id="R01734a4517a34a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3fa9084088480b" /><Relationship Type="http://schemas.openxmlformats.org/officeDocument/2006/relationships/notesMaster" Target="/ppt/notesMasters/notesMaster1.xml" Id="Rf9522d1fdc7145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0c0240ba9e47e8" /><Relationship Type="http://schemas.openxmlformats.org/officeDocument/2006/relationships/notesMaster" Target="/ppt/notesMasters/notesMaster1.xml" Id="Ra95e41e9a80e40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b10bd0571f4c95" /><Relationship Type="http://schemas.openxmlformats.org/officeDocument/2006/relationships/notesMaster" Target="/ppt/notesMasters/notesMaster1.xml" Id="Rf406dfd6b7744a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79dfa9739646be" /><Relationship Type="http://schemas.openxmlformats.org/officeDocument/2006/relationships/notesMaster" Target="/ppt/notesMasters/notesMaster1.xml" Id="Rdb702a0ef89749d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6e178e97934421" /><Relationship Type="http://schemas.openxmlformats.org/officeDocument/2006/relationships/notesMaster" Target="/ppt/notesMasters/notesMaster1.xml" Id="R37aa456997cd4d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9999a095d74e14" /><Relationship Type="http://schemas.openxmlformats.org/officeDocument/2006/relationships/notesMaster" Target="/ppt/notesMasters/notesMaster1.xml" Id="R4fd7e38bffe044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805082b1a142c5" /><Relationship Type="http://schemas.openxmlformats.org/officeDocument/2006/relationships/notesMaster" Target="/ppt/notesMasters/notesMaster1.xml" Id="R7a77fac356ed4f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3dd6d013504cec" /><Relationship Type="http://schemas.openxmlformats.org/officeDocument/2006/relationships/notesMaster" Target="/ppt/notesMasters/notesMaster1.xml" Id="Rcc7533f9599f43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bada25784634221" /><Relationship Type="http://schemas.openxmlformats.org/officeDocument/2006/relationships/notesMaster" Target="/ppt/notesMasters/notesMaster1.xml" Id="R7a86a1469a124f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bee1a0d47214ee3" /><Relationship Type="http://schemas.openxmlformats.org/officeDocument/2006/relationships/notesMaster" Target="/ppt/notesMasters/notesMaster1.xml" Id="R41be5ff86e0645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7cce96214624a83" /><Relationship Type="http://schemas.openxmlformats.org/officeDocument/2006/relationships/notesMaster" Target="/ppt/notesMasters/notesMaster1.xml" Id="R37fbbda604a345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a52203b32624bb8" /><Relationship Type="http://schemas.openxmlformats.org/officeDocument/2006/relationships/notesMaster" Target="/ppt/notesMasters/notesMaster1.xml" Id="Rcd5f9e0055254cd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88b5a6ff0e24be9" /><Relationship Type="http://schemas.openxmlformats.org/officeDocument/2006/relationships/notesMaster" Target="/ppt/notesMasters/notesMaster1.xml" Id="R5b1d6bc085e7472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24aa4127e0a4c91" /><Relationship Type="http://schemas.openxmlformats.org/officeDocument/2006/relationships/notesMaster" Target="/ppt/notesMasters/notesMaster1.xml" Id="Rd7dccb4a438742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篇研究的核心是資料，而不是提出全新的神經網路。作者希望利用能自動產生標註的合成影片，讓時序姿態模型在少量真實犬隻影片上仍能學習。本報告先說明資料與模型，再以已知、未知犬種的不同結果評估其價值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p.1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報告分成四個部分。先建立問題和貢獻，再釐清兩個資料集的角色。接著介紹時間資訊如何進入模型，以及如何比較不同訓練方式。最後逐一檢視實驗，特別留意已知與未知犬種，以及不同指標之間的差異。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overview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請先注意右側奔跑姿態，單張影像不一定能清楚呈現每一條腿。前後幀可能提供線索，但訓練時序模型也需要連續且有標註的影片。研究中的公開資料缺口，是作者寫作時的背景判斷，不能直接當作今天的資料集現況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pp.1–2; Fig.3 p.8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這三個數字分別描述影片數、影格數和標註種類，不能混用。每段影片有175張影格，所以總計87500張。模型採用既有的LSTM Pose Machine；真正要評估的是合成影片作為預訓練資料，是否能改善少量真實資料的學習。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pp.2, 4,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接下來先看資料如何產生，再看資料如何切分。這兩件事直接決定後續結果代表什麼：合成資料要有變化，但同一影片不能失去時間連續性；測試資料則要區分已知犬種和未見犬種。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§3–4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流程由犬隻資產和動畫開始，再設定相機與環境，最後渲染並取得標註。這裡的175是每段影片影格數，五幀是模型輸入序列的長度。論文的45分鐘指17500幀的生成示例，並非整個資料集的生成時間。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pp.3–4,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上方對照同一批模型加毛髮前後的外觀，下方展示手繪材質。這些設計增加了視覺多樣性，但不等於完全真實。作者指出，部分模型的比例不適合原動畫系統；毛髮為了支援標註工具轉成網格，也失去風、重力及碰撞等效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pp.3–4; Figs.1–2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影片合成與單張影像合成的重要差異，是隨機化的時間尺度。跨影片需要多樣性，同一影片則需要連續性。因此作者在每一個影片迭代開始時設定條件，再讓動畫逐幀推進。這個安排讓模型看到合理的連續姿態，而非彼此無關的圖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p.4; Fig.11 p.14; Table 11 p.15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一頁先解釋標註的語意。真實資料並非直接沿用合成資料的索引，所以作者建立映射。合成資料的Head與Hips在映射表中為負一，會設為不可見。更重要的是，合成資料能標出人眼看不到的關節，而真實資料的不確定點通常沒有座標，這也影響不同資料集的比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p.3; Table 1 p.5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這裡用表格把影片、影格和序列分開。模型看到的是五幀序列，不是把87500當作獨立影片。合成測試同時留出犬型與背景，Table 4又輪流留出五個犬型評估。因此它測的是合成域內，對新形狀和背景的泛化。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p.6; Tables 3–4 p.7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gio-11的名稱容易讓人誤以為只有十一段影片，實際原始資料有十四段。十一段用於切出訓練及known測試，另外三段保留給未知犬種。因為known來自相同影片，它不能代表完全獨立的新影片測試。另外，表二寫155訓練序列，但正文多處寫115；此處依表二，保留這個可重現性疑義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pp.3, 5–6; Table 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資料準備好之後，接著釐清模型如何利用時間資訊，以及結果如何衡量。這篇研究採用同一類時序模型來比較不同訓練來源，所以下面要特別注意哪些條件相同，哪些條件仍然不同。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§3.3–4.3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這是概念示意，不是完整網路的逐層架構。LSTM Pose Machine把原本的多階段影像估計延伸為跨幀的遞迴模型，利用記憶傳遞資訊。當某一幀的關節線索較弱時，時間前後文可能有幫助。實際合成訓練使用五幀序列；後面會用NoTemp實驗檢查這個作用。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pp.4–5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兩個指標回答不同問題。PDJ計算有多少關鍵點在容許距離內；MPJPE則看誤差的平均大小。因為PDJ有門檻，而平均誤差會受到較大錯誤影響，所以某個模型可能PDJ較高，MPJPE卻不是最低。後續不能只用其中一個指標宣稱全面最佳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pp.5–7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四種策略是論文的基本實驗。不過，微調使用Dogio，而混合訓練使用StanfordExtra，真實資料來源並不相同。因此即使微調的表現較好，也不能將全部差異只歸因於先後順序。小型Dogio直接訓練失敗，是這篇設定下的觀察，不是所有小資料集的普遍定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pp.5–8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先比較資料來源，才能理解後面的數字。StanfordExtra和Animal Pose是單張圖片，但APT-36K在這篇研究中被處理成序列，所以不能概括所有真實預訓練都沒有時間資訊。資料量、物種與標註完整度也不同。最直接的時間對照是SyDog與NoTemp。ImageNet預訓練在小型Dogio設定下也未成功學習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p.6; Table 7 p.9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接下來的結果由基本問題往外展開。先問合成資料訓練是否能直接用在真實影片，再問微調是否有效。之後檢查時間資訊、困難案例、二次微調及合成設計。每個結果都會保留測試集和指標條件。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§5–6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合成留一犬型測試的平均PDJ有77.40，但直接測真實資料時降到43.07和37.36。這證明合成域學到的能力並未直接轉成真實域的可靠表現。這些是不同測試資料的結果，不把差距當作同一測試集上的提升幅度。也不要將這裡的合成平均和Table 7的own test混為相同協定。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Tables 4–5 p.7; Fig.3 p.8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一頁先看紅色的微調列。Known提升34.69個百分點，Unknown只提升4.42，改善幅度很不對稱。這表示少量目標資料有效適應了已知條件，但對新犬種仍有限。混合訓練的PDJ較低，但要記得它使用StanfordExtra，並非控制相同真實資料的純訓練策略比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Table 6 p.8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請沿著同一欄比較上下兩張影像，綠色是真值，藍色是模型預測。作者用這組已知犬種範例展示微調後的位置改善。它能幫助理解數字代表的視覺效果，但不能取代整體評估；論文沒有以這張圖證明新犬種的泛化能力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Fig.4 p.9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同樣用Dogio微調後，SyDog在這張表的Known和Unknown PDJ都最高。不過，Animal Pose的Known MPJPE是0.15，優於SyDog的0.16；APT的Unknown MPJPE也更低。因此合成預訓練有價值，但不能說它在每一種誤差指標都勝出，或把跨資料集差異完全歸因於時間資訊。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Table 7 p.9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是檢驗時間資訊最直接的對照。NoTemp保留相同網路，但每個階段輸入同一影像，因此移除了跨幀變化。連續影片在已知和未知犬種都提升約十四個PDJ百分點，兩個MPJPE也都下降0.07。結果支持時間資訊有用，仍不等於證明所有跨資料集的差異都只來自時間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p.6; Table 7 p.9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一頁只比較原文Challenge欄，避免混合不同難度子集。SyDog的PDJ是70.51，較最佳真實對照APT高15.86個百分點，平均誤差也更低。不過，原表部分整體值無法由困難與簡單子集一致重建，所以這裡不推算整體加權結果，也不自行補充未交代的樣本構成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Table 9 p.12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沿著最上方SyDog那一列由左到右看，再與下面不同預訓練來源比較。作者特別提到前腳與尾部的連續預測。這是定性證據，不能把視覺上較一致直接當成已量測的抖動改善百分比；論文沒有另列時間平滑度指標。大幅動作和遮蔽另有圖六與圖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Fig.5 p.10; Figs.6–7 p.11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這頁是理解泛化限制的重要補充。先經Animal Pose或APT，再以Dogio微調，未知犬種PDJ可提升到約58。以Animal Pose中繼為例，相對直接微調，Unknown提高16.94，而Known降低2.77。這表示最佳路徑取決於要優先改善哪個測試條件，不能照字面把單次微調稱為全面最佳。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Tables 7–8 p.9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上方是同一樣本在不同背景設定的樣子，左到右為clean、道具、人物、道具加人物。表格聚焦微調後的PDJ，無地面幾何版本在兩種測試集都較高。加入人物雖提升Known，卻降低Unknown，因此增加場景複雜度並不會自動帶來更好的泛化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Figs.8–9 p.12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注意橫軸是對數尺度，而且樣本是一個五幀序列，不是單張影像。曲線顯示資料增加初期有效，但到了約7700序列，Known趨於飽和，Unknown還可能下降。這不是越多越差的普遍規律，而是這個合成分布與Dogio目標資料組合下的結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Fig.10 p.13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外觀增強包括灰階、雜訊、亮度及對比等變化，能提升這組實驗的表現。再加入幾何增強並未進一步提高PDJ。作者也指出不加毛髮反而更好；但Table 10無毛髮那列的中間欄位疑似錯置，因此只引用欄位明確的Known PDJ 80.53，不自行修正整列。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Table 10 p.13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最後將限制分成四層：泛化、資料代表性、比較條件及報告一致性。這些限制不會抹去合成影片的價值，但會影響結論能推到多遠。這篇沒有驗證實際獸醫診斷效果，也沒有證明在廣泛犬種和環境皆可靠。未來擴充犬型、真實影片和獨立測試集，會是合理的研究延伸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pp.13–14; Tables 2, 6, 7, 9, 10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可以帶走三個重點。第一，合成影片確實能提供有用的預訓練。第二，NoTemp對照支持時間資訊的貢獻。第三，這項貢獻仍需要目標域適應，而且新犬種的泛化尚未完成。討論時可回到一個問題：若目標是陌生犬種，應優先增加合成外觀多樣性、真實影片，還是改變適應流程？這是研究延伸，不是本文已證明的答案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Shooter et al. (2024), Tables 6–8; §6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講稿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謝謝各位聆聽。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and conditions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Closing slide; template credits appear on the preceding slide.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Shooter, Malleson &amp; Hilton (2024), IJCV 132:1986–2002. https://doi.org/10.1007/s11263-023-01946-z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580663b174d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f59fb6b4642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a8ed46c0d47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1acb9a64b41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3dfba5a5e48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b773e245446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2f70aa7ad48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ad5da1445405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02b2b5f3740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9306254914e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1b2f80f11488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8b0a870a747a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a9f3a4d9347f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b6e29eb534ee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5c0c524df419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bb2bfb61545b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c6e77bf6e444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d1248c0344b3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62114c35743a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7f59626d542a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e7bf5f0f7414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bd1e5f44f4f2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cd272aa3e412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f99dbf9f34a5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0503c87944bf6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fc7de359f463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477a3ff5247b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2ad3dd2b342c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aa40a6acf43cd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781701fa5401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213dad7f940d3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71da02e104f33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b30e4288b4e19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df99c873a4de3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08be26d2c43e6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4ad27f0ad496d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41e5c6b3c436b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a2160ae4a48f1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8b7ac178c43be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363aeba3e4a04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e89c8dc784c36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ec879146b4f28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062bb5cc44463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8127a639f4f9a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9c480015a4050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abbbe7219465d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5548188134694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278e4d14f4348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679e8e34c4c6b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491109bce48b0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2551d9e274a6f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57def01184258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a085ca9f44bd6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68186c7a842bd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d224775a945dc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95e93554a4d25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64ff52c494e41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187a53545442c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29c3588414595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9abc69c854664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ae27571e64ea6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4805b3256d437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5217BDC-A742-4625-AF95-AF48F190F3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925" y="396350"/>
            <a:ext cx="32064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FC2AB168-6D75-4DB9-87D2-C7C1041596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91825" y="2333500"/>
            <a:ext cx="2538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4DD851D-86D5-4841-AF0E-F009BA7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39750" y="381000"/>
            <a:ext cx="1457400" cy="1457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B1CDE543-56B9-45CF-88F8-BCE775EB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8900" y="-394400"/>
            <a:ext cx="4004400" cy="4004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F1501783-8570-49CC-9EB3-B2D8D97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825" y="-217650"/>
            <a:ext cx="1761900" cy="17619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C9365C7-B34F-4780-8F33-25168ECA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649200" y="4242225"/>
            <a:ext cx="1369200" cy="136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4F5051AE-C08A-4B38-B02A-2775674E4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7524" y="3064825"/>
            <a:ext cx="24627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10F4245-9979-4949-B4A4-2A2BFDC539E2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836650" y="1023556"/>
            <a:ext cx="2940300" cy="136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3615F12C-25B9-4748-AAF0-05ABF49636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117524" y="3757481"/>
            <a:ext cx="24627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2EE6122C-7DC5-42D1-A68F-36F0302638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14CD44F1-7A25-4B5F-B7D7-4FD5413B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2E8236A9-4118-4AE4-A138-0681DEBE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025" y="101035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8BD7E111-E0D0-47F7-86F2-FC84441CB6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4450" y="1389600"/>
            <a:ext cx="76668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4A33DA1E-46CF-4934-9100-2D86785CDB0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3300" y="327500"/>
            <a:ext cx="76179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3065191-3D11-46CD-A99E-F9316B270A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2FC3E292-E438-4E1D-B7B7-4D96480D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8075" y="-8834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BBAD197A-0D6C-481F-A33D-AD42A5AE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800" y="48003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C396B5BB-650C-4107-9769-333DE7FC68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83375" y="3517025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A542D23C-B638-45FB-9051-93AAAD5A8F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83425" y="3870892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8EE1EC17-02A2-4C23-BD71-4AEDD33600A5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7110179" y="1723425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AA8B7705-A106-43E5-83D1-9255B079D88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10179" y="2083813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4E1644CD-7F98-4166-BF36-9E682CCC7BAC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1C1F7DA2-31EC-40A5-87AE-A8B9B8032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CFCAD8B7-44BC-4DF8-A040-6BE81AEE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63145" y="4488081"/>
            <a:ext cx="760200" cy="760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84F6972E-CE57-44FF-8A74-3A1C597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19105" y="192206"/>
            <a:ext cx="760200" cy="760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28ADA64D-4D94-4A5F-B066-2CCDF6FCB0F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01BEAA9D-60BC-4F7C-A6B3-C7A6F47F0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490CE48D-78F4-427B-9397-BE5C28C6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25" y="42153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93D5F28C-E27F-4FD3-A0B0-A88408F0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975" y="-6112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3C97B001-859A-4DD7-8933-1B2E17C38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6400" y="441050"/>
            <a:ext cx="31284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97AFEC05-D787-4B0F-AA94-40AE286DAA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6400" y="1408716"/>
            <a:ext cx="31284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188FA5B5-0B59-4D15-A799-3D3E25217A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8">
            <a:extLst xmlns:a="http://schemas.openxmlformats.org/drawingml/2006/main">
              <a:ext uri="{FF2B5EF4-FFF2-40B4-BE49-F238E27FC236}">
                <a16:creationId xmlns:a16="http://schemas.microsoft.com/office/drawing/2014/main" id="{BCEE6579-FDA8-402F-A962-2ADB2668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53575" y="256942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>
            <a:extLst xmlns:a="http://schemas.openxmlformats.org/drawingml/2006/main">
              <a:ext uri="{FF2B5EF4-FFF2-40B4-BE49-F238E27FC236}">
                <a16:creationId xmlns:a16="http://schemas.microsoft.com/office/drawing/2014/main" id="{A1BA6539-4E56-4FCC-9F8A-0D2871522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7200" y="1804650"/>
            <a:ext cx="1642200" cy="153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044A7A37-2281-45AB-8096-3E70BA1A7A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5254213" y="1636129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58070F58-3519-4F5E-9073-836FFB8E05D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254125" y="3782425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2D003EF3-EB33-44B1-9AC6-20EA08D2609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 flipH="1">
            <a:off x="5254128" y="1094405"/>
            <a:ext cx="26481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24A0D026-19D3-421C-A89E-0600786B41E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254125" y="3251200"/>
            <a:ext cx="26481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D264169A-6A07-425C-9EB0-43BF56846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0D7563B1-B7A9-407F-863B-1DECC3CE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6100" y="39454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80325ADD-D1E8-4425-92B7-27DF0001BD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657" y="349561"/>
            <a:ext cx="3291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4368C18C-73C0-4E90-9AE7-E83F3FE2B8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6500" y="1711125"/>
            <a:ext cx="2459700" cy="21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FE97AE06-C541-4FE1-AA90-899ED0E323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0">
            <a:extLst xmlns:a="http://schemas.openxmlformats.org/drawingml/2006/main">
              <a:ext uri="{FF2B5EF4-FFF2-40B4-BE49-F238E27FC236}">
                <a16:creationId xmlns:a16="http://schemas.microsoft.com/office/drawing/2014/main" id="{05282F49-46C3-469A-8831-8D9D6476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00" y="733500"/>
            <a:ext cx="6724800" cy="367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AB23203E-8D98-48E3-98CF-77088B61C51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50" y="10579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50303DAC-5F9B-4D32-A02C-DAC245E63C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310700" y="3456500"/>
            <a:ext cx="65226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2C55954D-7EAE-48F9-9D7A-4C4199C0B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1">
            <a:extLst xmlns:a="http://schemas.openxmlformats.org/drawingml/2006/main">
              <a:ext uri="{FF2B5EF4-FFF2-40B4-BE49-F238E27FC236}">
                <a16:creationId xmlns:a16="http://schemas.microsoft.com/office/drawing/2014/main" id="{067BE2B5-B567-4E18-B5BE-21DDF632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35650"/>
            <a:ext cx="4753200" cy="4753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>
            <a:extLst xmlns:a="http://schemas.openxmlformats.org/drawingml/2006/main">
              <a:ext uri="{FF2B5EF4-FFF2-40B4-BE49-F238E27FC236}">
                <a16:creationId xmlns:a16="http://schemas.microsoft.com/office/drawing/2014/main" id="{2726B2F3-CD1F-4D10-B0D6-D18AAE5E125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8775" y="1817125"/>
            <a:ext cx="7926600" cy="13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8000"/>
            </a:lvl1pPr>
            <a:lvl2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8" name="Google Shape;68;p11">
            <a:extLst xmlns:a="http://schemas.openxmlformats.org/drawingml/2006/main">
              <a:ext uri="{FF2B5EF4-FFF2-40B4-BE49-F238E27FC236}">
                <a16:creationId xmlns:a16="http://schemas.microsoft.com/office/drawing/2014/main" id="{A9B08C2D-583B-4EAF-BAFF-C37FE67102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608775" y="3130400"/>
            <a:ext cx="79266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FDFDEF8D-D5FA-4DF2-88C8-76524FF8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300" y="0"/>
            <a:ext cx="2633700" cy="2633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68F133C3-90A0-40BE-A3C0-04C351767B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2">
            <a:extLst xmlns:a="http://schemas.openxmlformats.org/drawingml/2006/main">
              <a:ext uri="{FF2B5EF4-FFF2-40B4-BE49-F238E27FC236}">
                <a16:creationId xmlns:a16="http://schemas.microsoft.com/office/drawing/2014/main" id="{F50ADB7B-ABC5-44B8-ADB3-F3E09F4FBA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able of Contents 1">
  <p:cSld name="CUSTOM_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3">
            <a:extLst xmlns:a="http://schemas.openxmlformats.org/drawingml/2006/main">
              <a:ext uri="{FF2B5EF4-FFF2-40B4-BE49-F238E27FC236}">
                <a16:creationId xmlns:a16="http://schemas.microsoft.com/office/drawing/2014/main" id="{450338A9-DA3A-48F6-970B-31C42AC3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90975" y="4133625"/>
            <a:ext cx="810000" cy="810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3F6D9BB4-C8BD-44CF-9F09-C5DB523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388825" y="346550"/>
            <a:ext cx="810000" cy="810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F80D9719-1693-4CB4-AECC-9D4BF0EAC4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 flipH="1">
            <a:off x="2735660" y="2962504"/>
            <a:ext cx="16305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77" name="Google Shape;77;p13">
            <a:extLst xmlns:a="http://schemas.openxmlformats.org/drawingml/2006/main">
              <a:ext uri="{FF2B5EF4-FFF2-40B4-BE49-F238E27FC236}">
                <a16:creationId xmlns:a16="http://schemas.microsoft.com/office/drawing/2014/main" id="{117B956E-4ED4-463F-AAA3-9CC926FBB8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2597644" y="3606910"/>
            <a:ext cx="19065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251C6F51-2E17-44DD-847C-60288117537B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 flipH="1">
            <a:off x="2703904" y="167588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CBDF3E90-32E2-47AA-9D90-6149C1DBB8F5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 flipH="1">
            <a:off x="6515993" y="2962504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CFE34A3F-49AA-4997-AE8C-4B2D28D40EA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6584071" y="3606910"/>
            <a:ext cx="19065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342261B1-CF57-4484-AD01-8F5812CD2F24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 flipH="1">
            <a:off x="6690326" y="167588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2" name="Google Shape;82;p13">
            <a:extLst xmlns:a="http://schemas.openxmlformats.org/drawingml/2006/main">
              <a:ext uri="{FF2B5EF4-FFF2-40B4-BE49-F238E27FC236}">
                <a16:creationId xmlns:a16="http://schemas.microsoft.com/office/drawing/2014/main" id="{68F4048F-D6C0-4C8F-8FFE-18990FA867DC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 flipH="1">
            <a:off x="787428" y="2962504"/>
            <a:ext cx="1535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83" name="Google Shape;83;p13">
            <a:extLst xmlns:a="http://schemas.openxmlformats.org/drawingml/2006/main">
              <a:ext uri="{FF2B5EF4-FFF2-40B4-BE49-F238E27FC236}">
                <a16:creationId xmlns:a16="http://schemas.microsoft.com/office/drawing/2014/main" id="{54D0761B-D453-469F-95DA-D96CDCD5CA6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 flipH="1">
            <a:off x="601998" y="3606910"/>
            <a:ext cx="19065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4" name="Google Shape;84;p13">
            <a:extLst xmlns:a="http://schemas.openxmlformats.org/drawingml/2006/main">
              <a:ext uri="{FF2B5EF4-FFF2-40B4-BE49-F238E27FC236}">
                <a16:creationId xmlns:a16="http://schemas.microsoft.com/office/drawing/2014/main" id="{502FE36B-397E-49AD-A8C3-EA62B4D99CB4}"/>
              </a:ext>
            </a:extLst>
          </p:cNvPr>
          <p:cNvSpPr>
            <a:spLocks xmlns:a="http://schemas.openxmlformats.org/drawingml/2006/main" noGrp="1"/>
          </p:cNvSpPr>
          <p:nvPr>
            <p:ph type="title" idx="8" hasCustomPrompt="1"/>
          </p:nvPr>
        </p:nvSpPr>
        <p:spPr>
          <a:xfrm xmlns:a="http://schemas.openxmlformats.org/drawingml/2006/main" flipH="1">
            <a:off x="708262" y="167588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C4466644-B5A6-441E-A079-F29CCEFB031A}"/>
              </a:ext>
            </a:extLst>
          </p:cNvPr>
          <p:cNvSpPr>
            <a:spLocks xmlns:a="http://schemas.openxmlformats.org/drawingml/2006/main" noGrp="1"/>
          </p:cNvSpPr>
          <p:nvPr>
            <p:ph type="ctrTitle" idx="9"/>
          </p:nvPr>
        </p:nvSpPr>
        <p:spPr>
          <a:xfrm xmlns:a="http://schemas.openxmlformats.org/drawingml/2006/main" flipH="1">
            <a:off x="4730387" y="2962504"/>
            <a:ext cx="16305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4FE3C3F4-BBE6-4588-988C-5D6076BC3A03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 flipH="1">
            <a:off x="4592385" y="3606910"/>
            <a:ext cx="19065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F0ABB408-02E0-4640-B374-F255778E05C8}"/>
              </a:ext>
            </a:extLst>
          </p:cNvPr>
          <p:cNvSpPr>
            <a:spLocks xmlns:a="http://schemas.openxmlformats.org/drawingml/2006/main" noGrp="1"/>
          </p:cNvSpPr>
          <p:nvPr>
            <p:ph type="title" idx="14" hasCustomPrompt="1"/>
          </p:nvPr>
        </p:nvSpPr>
        <p:spPr>
          <a:xfrm xmlns:a="http://schemas.openxmlformats.org/drawingml/2006/main" flipH="1">
            <a:off x="4698643" y="167588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12BC58E8-2BF9-48CB-9736-C0979D8FF6C4}"/>
              </a:ext>
            </a:extLst>
          </p:cNvPr>
          <p:cNvSpPr>
            <a:spLocks xmlns:a="http://schemas.openxmlformats.org/drawingml/2006/main" noGrp="1"/>
          </p:cNvSpPr>
          <p:nvPr>
            <p:ph type="ctrTitle" idx="15"/>
          </p:nvPr>
        </p:nvSpPr>
        <p:spPr>
          <a:xfrm xmlns:a="http://schemas.openxmlformats.org/drawingml/2006/main">
            <a:off x="1555275" y="327500"/>
            <a:ext cx="62229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D025A508-BE4D-4849-8154-F054555096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able of Contents 2">
  <p:cSld name="CUSTOM_2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4">
            <a:extLst xmlns:a="http://schemas.openxmlformats.org/drawingml/2006/main">
              <a:ext uri="{FF2B5EF4-FFF2-40B4-BE49-F238E27FC236}">
                <a16:creationId xmlns:a16="http://schemas.microsoft.com/office/drawing/2014/main" id="{B05BB3FF-EA38-41B3-958D-5DD80FFB91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 flipH="1">
            <a:off x="3789830" y="123141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2" name="Google Shape;92;p14">
            <a:extLst xmlns:a="http://schemas.openxmlformats.org/drawingml/2006/main">
              <a:ext uri="{FF2B5EF4-FFF2-40B4-BE49-F238E27FC236}">
                <a16:creationId xmlns:a16="http://schemas.microsoft.com/office/drawing/2014/main" id="{3D934483-F52C-457E-A969-DF5274BC0D5E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 flipH="1">
            <a:off x="1088750" y="1278876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3" name="Google Shape;93;p14">
            <a:extLst xmlns:a="http://schemas.openxmlformats.org/drawingml/2006/main">
              <a:ext uri="{FF2B5EF4-FFF2-40B4-BE49-F238E27FC236}">
                <a16:creationId xmlns:a16="http://schemas.microsoft.com/office/drawing/2014/main" id="{77529F87-B78A-4564-881D-E49496B9A002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 flipH="1">
            <a:off x="6348425" y="1242835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D99D8E1C-6BD6-4CE3-A060-87CCB973EC0A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555275" y="327500"/>
            <a:ext cx="62229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A16876B7-2F90-4AC2-99E1-45B9BCBA17D3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 flipH="1">
            <a:off x="6203975" y="1896850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CC80CCCF-5E22-4118-9F67-BE41BA8A9F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6147425" y="2256084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B02F4DBA-65A0-4BDD-8344-DE7BE58BDEBF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 flipH="1">
            <a:off x="3645375" y="1885434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1F476A9F-01A2-463B-8C93-6DB9D2964AA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 flipH="1">
            <a:off x="3588825" y="2254799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9" name="Google Shape;99;p14">
            <a:extLst xmlns:a="http://schemas.openxmlformats.org/drawingml/2006/main">
              <a:ext uri="{FF2B5EF4-FFF2-40B4-BE49-F238E27FC236}">
                <a16:creationId xmlns:a16="http://schemas.microsoft.com/office/drawing/2014/main" id="{89AA9920-995B-427E-92BF-F3A8F94A595D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 flipH="1">
            <a:off x="1029041" y="1882204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00" name="Google Shape;100;p14">
            <a:extLst xmlns:a="http://schemas.openxmlformats.org/drawingml/2006/main">
              <a:ext uri="{FF2B5EF4-FFF2-40B4-BE49-F238E27FC236}">
                <a16:creationId xmlns:a16="http://schemas.microsoft.com/office/drawing/2014/main" id="{F270E09C-85B0-499C-BA67-920CBCB0F390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 flipH="1">
            <a:off x="972491" y="2251575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1" name="Google Shape;101;p14">
            <a:extLst xmlns:a="http://schemas.openxmlformats.org/drawingml/2006/main">
              <a:ext uri="{FF2B5EF4-FFF2-40B4-BE49-F238E27FC236}">
                <a16:creationId xmlns:a16="http://schemas.microsoft.com/office/drawing/2014/main" id="{79C6B9FD-BD58-4683-A962-80CFCAEB9E0A}"/>
              </a:ext>
            </a:extLst>
          </p:cNvPr>
          <p:cNvSpPr>
            <a:spLocks xmlns:a="http://schemas.openxmlformats.org/drawingml/2006/main" noGrp="1"/>
          </p:cNvSpPr>
          <p:nvPr>
            <p:ph type="title" idx="13" hasCustomPrompt="1"/>
          </p:nvPr>
        </p:nvSpPr>
        <p:spPr>
          <a:xfrm xmlns:a="http://schemas.openxmlformats.org/drawingml/2006/main" flipH="1">
            <a:off x="3771416" y="3233964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062EB9A4-DC20-47DA-BA07-08033800DE80}"/>
              </a:ext>
            </a:extLst>
          </p:cNvPr>
          <p:cNvSpPr>
            <a:spLocks xmlns:a="http://schemas.openxmlformats.org/drawingml/2006/main" noGrp="1"/>
          </p:cNvSpPr>
          <p:nvPr>
            <p:ph type="title" idx="14" hasCustomPrompt="1"/>
          </p:nvPr>
        </p:nvSpPr>
        <p:spPr>
          <a:xfrm xmlns:a="http://schemas.openxmlformats.org/drawingml/2006/main" flipH="1">
            <a:off x="1180737" y="3219814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988E28C8-ABC5-4241-B637-F6ACAE5C1104}"/>
              </a:ext>
            </a:extLst>
          </p:cNvPr>
          <p:cNvSpPr>
            <a:spLocks xmlns:a="http://schemas.openxmlformats.org/drawingml/2006/main" noGrp="1"/>
          </p:cNvSpPr>
          <p:nvPr>
            <p:ph type="title" idx="15" hasCustomPrompt="1"/>
          </p:nvPr>
        </p:nvSpPr>
        <p:spPr>
          <a:xfrm xmlns:a="http://schemas.openxmlformats.org/drawingml/2006/main" flipH="1">
            <a:off x="6348428" y="3233964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3D43AD97-9202-4546-B7F4-8AA99EF2BCAF}"/>
              </a:ext>
            </a:extLst>
          </p:cNvPr>
          <p:cNvSpPr>
            <a:spLocks xmlns:a="http://schemas.openxmlformats.org/drawingml/2006/main" noGrp="1"/>
          </p:cNvSpPr>
          <p:nvPr>
            <p:ph type="ctrTitle" idx="16"/>
          </p:nvPr>
        </p:nvSpPr>
        <p:spPr>
          <a:xfrm xmlns:a="http://schemas.openxmlformats.org/drawingml/2006/main" flipH="1">
            <a:off x="6203978" y="3887979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05" name="Google Shape;105;p14">
            <a:extLst xmlns:a="http://schemas.openxmlformats.org/drawingml/2006/main">
              <a:ext uri="{FF2B5EF4-FFF2-40B4-BE49-F238E27FC236}">
                <a16:creationId xmlns:a16="http://schemas.microsoft.com/office/drawing/2014/main" id="{BCB72019-C887-44DC-860F-F7AB000EA78E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 flipH="1">
            <a:off x="6190028" y="4240128"/>
            <a:ext cx="20706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6" name="Google Shape;106;p14">
            <a:extLst xmlns:a="http://schemas.openxmlformats.org/drawingml/2006/main">
              <a:ext uri="{FF2B5EF4-FFF2-40B4-BE49-F238E27FC236}">
                <a16:creationId xmlns:a16="http://schemas.microsoft.com/office/drawing/2014/main" id="{39BF1320-CFD0-4E9B-8B5C-751137D1E4D8}"/>
              </a:ext>
            </a:extLst>
          </p:cNvPr>
          <p:cNvSpPr>
            <a:spLocks xmlns:a="http://schemas.openxmlformats.org/drawingml/2006/main" noGrp="1"/>
          </p:cNvSpPr>
          <p:nvPr>
            <p:ph type="ctrTitle" idx="18"/>
          </p:nvPr>
        </p:nvSpPr>
        <p:spPr>
          <a:xfrm xmlns:a="http://schemas.openxmlformats.org/drawingml/2006/main" flipH="1">
            <a:off x="3626966" y="3887979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07" name="Google Shape;107;p14">
            <a:extLst xmlns:a="http://schemas.openxmlformats.org/drawingml/2006/main">
              <a:ext uri="{FF2B5EF4-FFF2-40B4-BE49-F238E27FC236}">
                <a16:creationId xmlns:a16="http://schemas.microsoft.com/office/drawing/2014/main" id="{E3CAE336-61BC-4880-A7A9-E9C148AC22F0}"/>
              </a:ext>
            </a:extLst>
          </p:cNvPr>
          <p:cNvSpPr>
            <a:spLocks xmlns:a="http://schemas.openxmlformats.org/drawingml/2006/main" noGrp="1"/>
          </p:cNvSpPr>
          <p:nvPr>
            <p:ph type="subTitle" idx="19"/>
          </p:nvPr>
        </p:nvSpPr>
        <p:spPr>
          <a:xfrm xmlns:a="http://schemas.openxmlformats.org/drawingml/2006/main" flipH="1">
            <a:off x="3613016" y="4240128"/>
            <a:ext cx="20706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8" name="Google Shape;108;p14">
            <a:extLst xmlns:a="http://schemas.openxmlformats.org/drawingml/2006/main">
              <a:ext uri="{FF2B5EF4-FFF2-40B4-BE49-F238E27FC236}">
                <a16:creationId xmlns:a16="http://schemas.microsoft.com/office/drawing/2014/main" id="{DC753842-BB50-4BBE-8610-BFD0B655C0E8}"/>
              </a:ext>
            </a:extLst>
          </p:cNvPr>
          <p:cNvSpPr>
            <a:spLocks xmlns:a="http://schemas.openxmlformats.org/drawingml/2006/main" noGrp="1"/>
          </p:cNvSpPr>
          <p:nvPr>
            <p:ph type="ctrTitle" idx="20"/>
          </p:nvPr>
        </p:nvSpPr>
        <p:spPr>
          <a:xfrm xmlns:a="http://schemas.openxmlformats.org/drawingml/2006/main" flipH="1">
            <a:off x="860487" y="3894100"/>
            <a:ext cx="23943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09" name="Google Shape;109;p14">
            <a:extLst xmlns:a="http://schemas.openxmlformats.org/drawingml/2006/main">
              <a:ext uri="{FF2B5EF4-FFF2-40B4-BE49-F238E27FC236}">
                <a16:creationId xmlns:a16="http://schemas.microsoft.com/office/drawing/2014/main" id="{D7A969D4-F9FA-4434-B365-38F73401A84B}"/>
              </a:ext>
            </a:extLst>
          </p:cNvPr>
          <p:cNvSpPr>
            <a:spLocks xmlns:a="http://schemas.openxmlformats.org/drawingml/2006/main" noGrp="1"/>
          </p:cNvSpPr>
          <p:nvPr>
            <p:ph type="subTitle" idx="21"/>
          </p:nvPr>
        </p:nvSpPr>
        <p:spPr>
          <a:xfrm xmlns:a="http://schemas.openxmlformats.org/drawingml/2006/main" flipH="1">
            <a:off x="1022337" y="4241353"/>
            <a:ext cx="2070600" cy="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0" name="Google Shape;110;p14">
            <a:extLst xmlns:a="http://schemas.openxmlformats.org/drawingml/2006/main">
              <a:ext uri="{FF2B5EF4-FFF2-40B4-BE49-F238E27FC236}">
                <a16:creationId xmlns:a16="http://schemas.microsoft.com/office/drawing/2014/main" id="{76035B8D-BA6D-41A4-82CA-B9FA33FA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>
            <a:extLst xmlns:a="http://schemas.openxmlformats.org/drawingml/2006/main">
              <a:ext uri="{FF2B5EF4-FFF2-40B4-BE49-F238E27FC236}">
                <a16:creationId xmlns:a16="http://schemas.microsoft.com/office/drawing/2014/main" id="{4B363D96-E596-446A-9A57-BADA113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50" y="9984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>
            <a:extLst xmlns:a="http://schemas.openxmlformats.org/drawingml/2006/main">
              <a:ext uri="{FF2B5EF4-FFF2-40B4-BE49-F238E27FC236}">
                <a16:creationId xmlns:a16="http://schemas.microsoft.com/office/drawing/2014/main" id="{97CD00EC-C104-42DD-82F7-7BB4BBCFA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able of Contents 3">
  <p:cSld name="CUSTOM_5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15">
            <a:extLst xmlns:a="http://schemas.openxmlformats.org/drawingml/2006/main">
              <a:ext uri="{FF2B5EF4-FFF2-40B4-BE49-F238E27FC236}">
                <a16:creationId xmlns:a16="http://schemas.microsoft.com/office/drawing/2014/main" id="{60C67A0E-54B0-493C-AF1F-403C575C1A4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 flipH="1">
            <a:off x="3861063" y="2051869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5" name="Google Shape;115;p15">
            <a:extLst xmlns:a="http://schemas.openxmlformats.org/drawingml/2006/main">
              <a:ext uri="{FF2B5EF4-FFF2-40B4-BE49-F238E27FC236}">
                <a16:creationId xmlns:a16="http://schemas.microsoft.com/office/drawing/2014/main" id="{E21DBF51-FA62-4D10-AAA4-13491054060F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 flipH="1">
            <a:off x="1159988" y="2051878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6" name="Google Shape;116;p15">
            <a:extLst xmlns:a="http://schemas.openxmlformats.org/drawingml/2006/main">
              <a:ext uri="{FF2B5EF4-FFF2-40B4-BE49-F238E27FC236}">
                <a16:creationId xmlns:a16="http://schemas.microsoft.com/office/drawing/2014/main" id="{4EB22FC1-10FE-4EB0-8AE3-754E747C88FB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 flipH="1">
            <a:off x="6419663" y="2051885"/>
            <a:ext cx="17538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7" name="Google Shape;117;p15">
            <a:extLst xmlns:a="http://schemas.openxmlformats.org/drawingml/2006/main">
              <a:ext uri="{FF2B5EF4-FFF2-40B4-BE49-F238E27FC236}">
                <a16:creationId xmlns:a16="http://schemas.microsoft.com/office/drawing/2014/main" id="{D78A5A04-B507-4CF0-A25B-5F002C12CAB8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555275" y="327500"/>
            <a:ext cx="62229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18" name="Google Shape;118;p15">
            <a:extLst xmlns:a="http://schemas.openxmlformats.org/drawingml/2006/main">
              <a:ext uri="{FF2B5EF4-FFF2-40B4-BE49-F238E27FC236}">
                <a16:creationId xmlns:a16="http://schemas.microsoft.com/office/drawing/2014/main" id="{9E07EC4D-2E51-47BF-9AC6-AB16DFB3ED41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 flipH="1">
            <a:off x="6275213" y="3084096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19" name="Google Shape;119;p15">
            <a:extLst xmlns:a="http://schemas.openxmlformats.org/drawingml/2006/main">
              <a:ext uri="{FF2B5EF4-FFF2-40B4-BE49-F238E27FC236}">
                <a16:creationId xmlns:a16="http://schemas.microsoft.com/office/drawing/2014/main" id="{B286C5FB-2323-46E4-8967-BA8751100E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6218663" y="3442401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0" name="Google Shape;120;p15">
            <a:extLst xmlns:a="http://schemas.openxmlformats.org/drawingml/2006/main">
              <a:ext uri="{FF2B5EF4-FFF2-40B4-BE49-F238E27FC236}">
                <a16:creationId xmlns:a16="http://schemas.microsoft.com/office/drawing/2014/main" id="{887963CB-C3A3-4F55-AB0C-DCDECC7E4FB8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 flipH="1">
            <a:off x="3716613" y="3082170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21" name="Google Shape;121;p15">
            <a:extLst xmlns:a="http://schemas.openxmlformats.org/drawingml/2006/main">
              <a:ext uri="{FF2B5EF4-FFF2-40B4-BE49-F238E27FC236}">
                <a16:creationId xmlns:a16="http://schemas.microsoft.com/office/drawing/2014/main" id="{B598327F-8300-48F0-99DA-9DBD89D52471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 flipH="1">
            <a:off x="3660063" y="3440469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2" name="Google Shape;122;p15">
            <a:extLst xmlns:a="http://schemas.openxmlformats.org/drawingml/2006/main">
              <a:ext uri="{FF2B5EF4-FFF2-40B4-BE49-F238E27FC236}">
                <a16:creationId xmlns:a16="http://schemas.microsoft.com/office/drawing/2014/main" id="{0D47A495-792A-4466-AA89-14A5A06A327C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 flipH="1">
            <a:off x="1015538" y="3088429"/>
            <a:ext cx="2042700" cy="5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23" name="Google Shape;123;p15">
            <a:extLst xmlns:a="http://schemas.openxmlformats.org/drawingml/2006/main">
              <a:ext uri="{FF2B5EF4-FFF2-40B4-BE49-F238E27FC236}">
                <a16:creationId xmlns:a16="http://schemas.microsoft.com/office/drawing/2014/main" id="{0A8E75A1-2FE3-4D07-A5E6-2D0DDC1E65F2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 flipH="1">
            <a:off x="958988" y="3437245"/>
            <a:ext cx="2155800" cy="5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4" name="Google Shape;124;p15">
            <a:extLst xmlns:a="http://schemas.openxmlformats.org/drawingml/2006/main">
              <a:ext uri="{FF2B5EF4-FFF2-40B4-BE49-F238E27FC236}">
                <a16:creationId xmlns:a16="http://schemas.microsoft.com/office/drawing/2014/main" id="{E4537025-39EC-4640-8BDE-9288610C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>
            <a:extLst xmlns:a="http://schemas.openxmlformats.org/drawingml/2006/main">
              <a:ext uri="{FF2B5EF4-FFF2-40B4-BE49-F238E27FC236}">
                <a16:creationId xmlns:a16="http://schemas.microsoft.com/office/drawing/2014/main" id="{6B5CF017-1503-4913-9016-9A15406F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50" y="9984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>
            <a:extLst xmlns:a="http://schemas.openxmlformats.org/drawingml/2006/main">
              <a:ext uri="{FF2B5EF4-FFF2-40B4-BE49-F238E27FC236}">
                <a16:creationId xmlns:a16="http://schemas.microsoft.com/office/drawing/2014/main" id="{96AC3794-9C29-42FF-ABAD-40BAD42B3B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ext 1">
  <p:cSld name="CUSTOM_2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6">
            <a:extLst xmlns:a="http://schemas.openxmlformats.org/drawingml/2006/main">
              <a:ext uri="{FF2B5EF4-FFF2-40B4-BE49-F238E27FC236}">
                <a16:creationId xmlns:a16="http://schemas.microsoft.com/office/drawing/2014/main" id="{0461771A-172E-443D-A3DF-6FA0578F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000" y="35607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>
            <a:extLst xmlns:a="http://schemas.openxmlformats.org/drawingml/2006/main">
              <a:ext uri="{FF2B5EF4-FFF2-40B4-BE49-F238E27FC236}">
                <a16:creationId xmlns:a16="http://schemas.microsoft.com/office/drawing/2014/main" id="{B26769A1-5A82-4A4D-A45C-1B9D0ACFA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70079" y="326761"/>
            <a:ext cx="3291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30" name="Google Shape;130;p16">
            <a:extLst xmlns:a="http://schemas.openxmlformats.org/drawingml/2006/main">
              <a:ext uri="{FF2B5EF4-FFF2-40B4-BE49-F238E27FC236}">
                <a16:creationId xmlns:a16="http://schemas.microsoft.com/office/drawing/2014/main" id="{26B79BEB-032A-4958-B365-20888C73F6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36825" y="1464100"/>
            <a:ext cx="3338400" cy="159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1" name="Google Shape;131;p16">
            <a:extLst xmlns:a="http://schemas.openxmlformats.org/drawingml/2006/main">
              <a:ext uri="{FF2B5EF4-FFF2-40B4-BE49-F238E27FC236}">
                <a16:creationId xmlns:a16="http://schemas.microsoft.com/office/drawing/2014/main" id="{D83E4083-3443-4778-A8B3-1FE74FC4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9050" y="2315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>
            <a:extLst xmlns:a="http://schemas.openxmlformats.org/drawingml/2006/main">
              <a:ext uri="{FF2B5EF4-FFF2-40B4-BE49-F238E27FC236}">
                <a16:creationId xmlns:a16="http://schemas.microsoft.com/office/drawing/2014/main" id="{4EABF23E-8DE2-415A-B242-0A9FDCA738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Only 1">
  <p:cSld name="CUSTOM_3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7">
            <a:extLst xmlns:a="http://schemas.openxmlformats.org/drawingml/2006/main">
              <a:ext uri="{FF2B5EF4-FFF2-40B4-BE49-F238E27FC236}">
                <a16:creationId xmlns:a16="http://schemas.microsoft.com/office/drawing/2014/main" id="{F1A1D01D-C21C-43D4-A3EE-2799D7E0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75" y="49287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>
            <a:extLst xmlns:a="http://schemas.openxmlformats.org/drawingml/2006/main">
              <a:ext uri="{FF2B5EF4-FFF2-40B4-BE49-F238E27FC236}">
                <a16:creationId xmlns:a16="http://schemas.microsoft.com/office/drawing/2014/main" id="{50F19795-C73D-40EE-AEB5-EFD3E1B51E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038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36" name="Google Shape;136;p17">
            <a:extLst xmlns:a="http://schemas.openxmlformats.org/drawingml/2006/main">
              <a:ext uri="{FF2B5EF4-FFF2-40B4-BE49-F238E27FC236}">
                <a16:creationId xmlns:a16="http://schemas.microsoft.com/office/drawing/2014/main" id="{0E95D434-5684-4C2B-BBB4-DC93C410B3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Three Columns 1">
  <p:cSld name="CUSTOM_3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18">
            <a:extLst xmlns:a="http://schemas.openxmlformats.org/drawingml/2006/main">
              <a:ext uri="{FF2B5EF4-FFF2-40B4-BE49-F238E27FC236}">
                <a16:creationId xmlns:a16="http://schemas.microsoft.com/office/drawing/2014/main" id="{2A45FBA5-6D3B-40BA-A349-51CB226A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91675" y="413152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>
            <a:extLst xmlns:a="http://schemas.openxmlformats.org/drawingml/2006/main">
              <a:ext uri="{FF2B5EF4-FFF2-40B4-BE49-F238E27FC236}">
                <a16:creationId xmlns:a16="http://schemas.microsoft.com/office/drawing/2014/main" id="{C146F1A7-E2C3-447E-BF9B-EFE1C3D66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6525" y="246525"/>
            <a:ext cx="8022600" cy="8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40" name="Google Shape;140;p18">
            <a:extLst xmlns:a="http://schemas.openxmlformats.org/drawingml/2006/main">
              <a:ext uri="{FF2B5EF4-FFF2-40B4-BE49-F238E27FC236}">
                <a16:creationId xmlns:a16="http://schemas.microsoft.com/office/drawing/2014/main" id="{E4FA0B25-7BD9-4806-A452-2CCE703EAA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596613" y="3717954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A27E161A-2A9B-491D-A888-0C260814001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971025" y="3721600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2" name="Google Shape;142;p18">
            <a:extLst xmlns:a="http://schemas.openxmlformats.org/drawingml/2006/main">
              <a:ext uri="{FF2B5EF4-FFF2-40B4-BE49-F238E27FC236}">
                <a16:creationId xmlns:a16="http://schemas.microsoft.com/office/drawing/2014/main" id="{37F2FB59-F0E5-46C5-B5F4-6ABDED3BC81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 flipH="1">
            <a:off x="596528" y="3251205"/>
            <a:ext cx="26481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3" name="Google Shape;143;p18">
            <a:extLst xmlns:a="http://schemas.openxmlformats.org/drawingml/2006/main">
              <a:ext uri="{FF2B5EF4-FFF2-40B4-BE49-F238E27FC236}">
                <a16:creationId xmlns:a16="http://schemas.microsoft.com/office/drawing/2014/main" id="{322D4B61-7050-4E32-9951-21154CD4AEB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971025" y="3251200"/>
            <a:ext cx="26481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4" name="Google Shape;144;p18">
            <a:extLst xmlns:a="http://schemas.openxmlformats.org/drawingml/2006/main">
              <a:ext uri="{FF2B5EF4-FFF2-40B4-BE49-F238E27FC236}">
                <a16:creationId xmlns:a16="http://schemas.microsoft.com/office/drawing/2014/main" id="{A49EEDC5-6941-4029-8F4D-B9D13781DDD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283825" y="3717950"/>
            <a:ext cx="26481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5" name="Google Shape;145;p18">
            <a:extLst xmlns:a="http://schemas.openxmlformats.org/drawingml/2006/main">
              <a:ext uri="{FF2B5EF4-FFF2-40B4-BE49-F238E27FC236}">
                <a16:creationId xmlns:a16="http://schemas.microsoft.com/office/drawing/2014/main" id="{52402E17-1F6C-4F70-8197-577F95197AF8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3283825" y="3247550"/>
            <a:ext cx="26481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6" name="Google Shape;146;p18">
            <a:extLst xmlns:a="http://schemas.openxmlformats.org/drawingml/2006/main">
              <a:ext uri="{FF2B5EF4-FFF2-40B4-BE49-F238E27FC236}">
                <a16:creationId xmlns:a16="http://schemas.microsoft.com/office/drawing/2014/main" id="{40B98B5B-37DA-4292-8228-7898888097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and Two Columns 1 ">
  <p:cSld name="CUSTOM_1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p19">
            <a:extLst xmlns:a="http://schemas.openxmlformats.org/drawingml/2006/main">
              <a:ext uri="{FF2B5EF4-FFF2-40B4-BE49-F238E27FC236}">
                <a16:creationId xmlns:a16="http://schemas.microsoft.com/office/drawing/2014/main" id="{DD6497FB-D4B4-4793-B3AC-D7221897F22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 flipH="1">
            <a:off x="3772929" y="628600"/>
            <a:ext cx="3259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49" name="Google Shape;149;p19">
            <a:extLst xmlns:a="http://schemas.openxmlformats.org/drawingml/2006/main">
              <a:ext uri="{FF2B5EF4-FFF2-40B4-BE49-F238E27FC236}">
                <a16:creationId xmlns:a16="http://schemas.microsoft.com/office/drawing/2014/main" id="{1F19AD9E-E089-4470-B5B6-481428F0FD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72913" y="1142940"/>
            <a:ext cx="3259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0" name="Google Shape;150;p19">
            <a:extLst xmlns:a="http://schemas.openxmlformats.org/drawingml/2006/main">
              <a:ext uri="{FF2B5EF4-FFF2-40B4-BE49-F238E27FC236}">
                <a16:creationId xmlns:a16="http://schemas.microsoft.com/office/drawing/2014/main" id="{E0039AF6-9FF9-41D8-893C-7567505604E1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 flipH="1">
            <a:off x="2307846" y="2774775"/>
            <a:ext cx="32172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1" name="Google Shape;151;p19">
            <a:extLst xmlns:a="http://schemas.openxmlformats.org/drawingml/2006/main">
              <a:ext uri="{FF2B5EF4-FFF2-40B4-BE49-F238E27FC236}">
                <a16:creationId xmlns:a16="http://schemas.microsoft.com/office/drawing/2014/main" id="{F061DD44-9A30-4B3F-898C-DC3A5899E53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307862" y="3270145"/>
            <a:ext cx="32172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2" name="Google Shape;152;p19">
            <a:extLst xmlns:a="http://schemas.openxmlformats.org/drawingml/2006/main">
              <a:ext uri="{FF2B5EF4-FFF2-40B4-BE49-F238E27FC236}">
                <a16:creationId xmlns:a16="http://schemas.microsoft.com/office/drawing/2014/main" id="{5FE6E4B3-257D-48D0-9227-3491DF66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150" y="1328050"/>
            <a:ext cx="1032300" cy="10323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>
            <a:extLst xmlns:a="http://schemas.openxmlformats.org/drawingml/2006/main">
              <a:ext uri="{FF2B5EF4-FFF2-40B4-BE49-F238E27FC236}">
                <a16:creationId xmlns:a16="http://schemas.microsoft.com/office/drawing/2014/main" id="{B7C8F162-EB15-4507-B009-6DC5F745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11250" y="2417750"/>
            <a:ext cx="1032300" cy="10323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>
            <a:extLst xmlns:a="http://schemas.openxmlformats.org/drawingml/2006/main">
              <a:ext uri="{FF2B5EF4-FFF2-40B4-BE49-F238E27FC236}">
                <a16:creationId xmlns:a16="http://schemas.microsoft.com/office/drawing/2014/main" id="{5C22FE56-CBB0-4A55-8CD0-071608E69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Title and Two Columns 2 ">
  <p:cSld name="CUSTOM_3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Google Shape;156;p20">
            <a:extLst xmlns:a="http://schemas.openxmlformats.org/drawingml/2006/main">
              <a:ext uri="{FF2B5EF4-FFF2-40B4-BE49-F238E27FC236}">
                <a16:creationId xmlns:a16="http://schemas.microsoft.com/office/drawing/2014/main" id="{F5351872-347D-41BF-BDEA-F3712A37583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 flipH="1">
            <a:off x="820179" y="2475668"/>
            <a:ext cx="3259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7" name="Google Shape;157;p20">
            <a:extLst xmlns:a="http://schemas.openxmlformats.org/drawingml/2006/main">
              <a:ext uri="{FF2B5EF4-FFF2-40B4-BE49-F238E27FC236}">
                <a16:creationId xmlns:a16="http://schemas.microsoft.com/office/drawing/2014/main" id="{DD21588A-16C1-4FB3-AB7F-8C94AA8C80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20163" y="3293131"/>
            <a:ext cx="3259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8" name="Google Shape;158;p20">
            <a:extLst xmlns:a="http://schemas.openxmlformats.org/drawingml/2006/main">
              <a:ext uri="{FF2B5EF4-FFF2-40B4-BE49-F238E27FC236}">
                <a16:creationId xmlns:a16="http://schemas.microsoft.com/office/drawing/2014/main" id="{93777656-E9B6-4997-A4FE-39910F0F89FC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 flipH="1">
            <a:off x="820179" y="292456"/>
            <a:ext cx="3259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9" name="Google Shape;159;p20">
            <a:extLst xmlns:a="http://schemas.openxmlformats.org/drawingml/2006/main">
              <a:ext uri="{FF2B5EF4-FFF2-40B4-BE49-F238E27FC236}">
                <a16:creationId xmlns:a16="http://schemas.microsoft.com/office/drawing/2014/main" id="{781B0F9B-2A24-49BE-BC93-83BE606DCC2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20163" y="1096449"/>
            <a:ext cx="3259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B3ACF615-F3CA-4F9B-9D35-56294792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400" y="11985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67F9E225-935C-4BAA-AE64-8C28D733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52400" y="-4207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>
            <a:extLst xmlns:a="http://schemas.openxmlformats.org/drawingml/2006/main">
              <a:ext uri="{FF2B5EF4-FFF2-40B4-BE49-F238E27FC236}">
                <a16:creationId xmlns:a16="http://schemas.microsoft.com/office/drawing/2014/main" id="{29A6349D-BC52-48CD-8FF5-28C65D5BE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 and Two Columns 3">
  <p:cSld name="CUSTOM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21">
            <a:extLst xmlns:a="http://schemas.openxmlformats.org/drawingml/2006/main">
              <a:ext uri="{FF2B5EF4-FFF2-40B4-BE49-F238E27FC236}">
                <a16:creationId xmlns:a16="http://schemas.microsoft.com/office/drawing/2014/main" id="{ABEDA468-9CA0-43F2-B510-8C81DC5B91C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 flipH="1">
            <a:off x="1214713" y="883368"/>
            <a:ext cx="3202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5" name="Google Shape;165;p21">
            <a:extLst xmlns:a="http://schemas.openxmlformats.org/drawingml/2006/main">
              <a:ext uri="{FF2B5EF4-FFF2-40B4-BE49-F238E27FC236}">
                <a16:creationId xmlns:a16="http://schemas.microsoft.com/office/drawing/2014/main" id="{84D8E2B2-97EB-45F0-83E1-CF094138E0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14588" y="1406550"/>
            <a:ext cx="3202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6" name="Google Shape;166;p21">
            <a:extLst xmlns:a="http://schemas.openxmlformats.org/drawingml/2006/main">
              <a:ext uri="{FF2B5EF4-FFF2-40B4-BE49-F238E27FC236}">
                <a16:creationId xmlns:a16="http://schemas.microsoft.com/office/drawing/2014/main" id="{623B2926-F3B3-425B-A870-CD80DBA7E476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 flipH="1">
            <a:off x="4753675" y="883357"/>
            <a:ext cx="3202500" cy="5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7" name="Google Shape;167;p21">
            <a:extLst xmlns:a="http://schemas.openxmlformats.org/drawingml/2006/main">
              <a:ext uri="{FF2B5EF4-FFF2-40B4-BE49-F238E27FC236}">
                <a16:creationId xmlns:a16="http://schemas.microsoft.com/office/drawing/2014/main" id="{05FFD312-ECA3-457B-989C-0777D1C803A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753550" y="1403586"/>
            <a:ext cx="32025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8" name="Google Shape;168;p21">
            <a:extLst xmlns:a="http://schemas.openxmlformats.org/drawingml/2006/main">
              <a:ext uri="{FF2B5EF4-FFF2-40B4-BE49-F238E27FC236}">
                <a16:creationId xmlns:a16="http://schemas.microsoft.com/office/drawing/2014/main" id="{73CA74D5-8DB6-4DCE-BC81-5F0C3E4B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900" y="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>
            <a:extLst xmlns:a="http://schemas.openxmlformats.org/drawingml/2006/main">
              <a:ext uri="{FF2B5EF4-FFF2-40B4-BE49-F238E27FC236}">
                <a16:creationId xmlns:a16="http://schemas.microsoft.com/office/drawing/2014/main" id="{122F6569-1927-4F3C-918E-02CDCE07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57500" y="34511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>
            <a:extLst xmlns:a="http://schemas.openxmlformats.org/drawingml/2006/main">
              <a:ext uri="{FF2B5EF4-FFF2-40B4-BE49-F238E27FC236}">
                <a16:creationId xmlns:a16="http://schemas.microsoft.com/office/drawing/2014/main" id="{5ABE5CCC-0E01-456C-8748-C5AA354EA4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Quote 1">
  <p:cSld name="CUSTOM_1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22">
            <a:extLst xmlns:a="http://schemas.openxmlformats.org/drawingml/2006/main">
              <a:ext uri="{FF2B5EF4-FFF2-40B4-BE49-F238E27FC236}">
                <a16:creationId xmlns:a16="http://schemas.microsoft.com/office/drawing/2014/main" id="{B9470A8F-1581-4FB6-82F4-ED8635BC7EF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449950" y="2686775"/>
            <a:ext cx="3577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73" name="Google Shape;173;p22">
            <a:extLst xmlns:a="http://schemas.openxmlformats.org/drawingml/2006/main">
              <a:ext uri="{FF2B5EF4-FFF2-40B4-BE49-F238E27FC236}">
                <a16:creationId xmlns:a16="http://schemas.microsoft.com/office/drawing/2014/main" id="{8D656F18-6416-4B0F-AEAC-BACAF6983B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49950" y="2029800"/>
            <a:ext cx="3577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74" name="Google Shape;174;p22">
            <a:extLst xmlns:a="http://schemas.openxmlformats.org/drawingml/2006/main">
              <a:ext uri="{FF2B5EF4-FFF2-40B4-BE49-F238E27FC236}">
                <a16:creationId xmlns:a16="http://schemas.microsoft.com/office/drawing/2014/main" id="{0379CB2F-C820-476F-AA60-CC1868665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Quote 2">
  <p:cSld name="CUSTOM_3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3">
            <a:extLst xmlns:a="http://schemas.openxmlformats.org/drawingml/2006/main">
              <a:ext uri="{FF2B5EF4-FFF2-40B4-BE49-F238E27FC236}">
                <a16:creationId xmlns:a16="http://schemas.microsoft.com/office/drawing/2014/main" id="{ABAF7881-9526-4B59-8764-AC382E9DCE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78050" y="2969350"/>
            <a:ext cx="3577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77" name="Google Shape;177;p23">
            <a:extLst xmlns:a="http://schemas.openxmlformats.org/drawingml/2006/main">
              <a:ext uri="{FF2B5EF4-FFF2-40B4-BE49-F238E27FC236}">
                <a16:creationId xmlns:a16="http://schemas.microsoft.com/office/drawing/2014/main" id="{80B53611-BD5F-4EA4-8ABC-A7AC35BA78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8050" y="2321875"/>
            <a:ext cx="3577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78" name="Google Shape;178;p23">
            <a:extLst xmlns:a="http://schemas.openxmlformats.org/drawingml/2006/main">
              <a:ext uri="{FF2B5EF4-FFF2-40B4-BE49-F238E27FC236}">
                <a16:creationId xmlns:a16="http://schemas.microsoft.com/office/drawing/2014/main" id="{3F65B9BA-2537-4AD3-856E-69D09FC3C7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Only 2">
  <p:cSld name="CUSTOM_2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24">
            <a:extLst xmlns:a="http://schemas.openxmlformats.org/drawingml/2006/main">
              <a:ext uri="{FF2B5EF4-FFF2-40B4-BE49-F238E27FC236}">
                <a16:creationId xmlns:a16="http://schemas.microsoft.com/office/drawing/2014/main" id="{3AF6732A-1744-4A3E-B44F-E5DE37D1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700" y="-10246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>
            <a:extLst xmlns:a="http://schemas.openxmlformats.org/drawingml/2006/main">
              <a:ext uri="{FF2B5EF4-FFF2-40B4-BE49-F238E27FC236}">
                <a16:creationId xmlns:a16="http://schemas.microsoft.com/office/drawing/2014/main" id="{D497C92B-CF46-4BF7-A25C-C6F04CEF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75" y="49287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>
            <a:extLst xmlns:a="http://schemas.openxmlformats.org/drawingml/2006/main">
              <a:ext uri="{FF2B5EF4-FFF2-40B4-BE49-F238E27FC236}">
                <a16:creationId xmlns:a16="http://schemas.microsoft.com/office/drawing/2014/main" id="{862AE983-4A5E-472F-BC9F-C2B9F7193E4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038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83" name="Google Shape;183;p24">
            <a:extLst xmlns:a="http://schemas.openxmlformats.org/drawingml/2006/main">
              <a:ext uri="{FF2B5EF4-FFF2-40B4-BE49-F238E27FC236}">
                <a16:creationId xmlns:a16="http://schemas.microsoft.com/office/drawing/2014/main" id="{C12554AC-18E8-4C70-B96A-14E615BF82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Title Only 3">
  <p:cSld name="CUSTOM_3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Google Shape;185;p25">
            <a:extLst xmlns:a="http://schemas.openxmlformats.org/drawingml/2006/main">
              <a:ext uri="{FF2B5EF4-FFF2-40B4-BE49-F238E27FC236}">
                <a16:creationId xmlns:a16="http://schemas.microsoft.com/office/drawing/2014/main" id="{3C51EE39-0C8B-467A-8236-5508F6F6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875525" y="38274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>
            <a:extLst xmlns:a="http://schemas.openxmlformats.org/drawingml/2006/main">
              <a:ext uri="{FF2B5EF4-FFF2-40B4-BE49-F238E27FC236}">
                <a16:creationId xmlns:a16="http://schemas.microsoft.com/office/drawing/2014/main" id="{0009FE97-9884-40D6-9426-613541B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>
            <a:extLst xmlns:a="http://schemas.openxmlformats.org/drawingml/2006/main">
              <a:ext uri="{FF2B5EF4-FFF2-40B4-BE49-F238E27FC236}">
                <a16:creationId xmlns:a16="http://schemas.microsoft.com/office/drawing/2014/main" id="{AC323D54-8AA4-44CE-9A07-38045F263FA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038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88" name="Google Shape;188;p25">
            <a:extLst xmlns:a="http://schemas.openxmlformats.org/drawingml/2006/main">
              <a:ext uri="{FF2B5EF4-FFF2-40B4-BE49-F238E27FC236}">
                <a16:creationId xmlns:a16="http://schemas.microsoft.com/office/drawing/2014/main" id="{E0553603-A134-4A85-A8E2-DE9FB738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675" y="1671775"/>
            <a:ext cx="4638600" cy="463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>
            <a:extLst xmlns:a="http://schemas.openxmlformats.org/drawingml/2006/main">
              <a:ext uri="{FF2B5EF4-FFF2-40B4-BE49-F238E27FC236}">
                <a16:creationId xmlns:a16="http://schemas.microsoft.com/office/drawing/2014/main" id="{9984ED9A-20BF-42D3-B7E1-B404BE9E1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Title and Four Columns 1">
  <p:cSld name="CUSTOM_3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26">
            <a:extLst xmlns:a="http://schemas.openxmlformats.org/drawingml/2006/main">
              <a:ext uri="{FF2B5EF4-FFF2-40B4-BE49-F238E27FC236}">
                <a16:creationId xmlns:a16="http://schemas.microsoft.com/office/drawing/2014/main" id="{0B4EB063-F079-43A4-832A-F87F990CBC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12475" y="2843752"/>
            <a:ext cx="15780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92" name="Google Shape;192;p26">
            <a:extLst xmlns:a="http://schemas.openxmlformats.org/drawingml/2006/main">
              <a:ext uri="{FF2B5EF4-FFF2-40B4-BE49-F238E27FC236}">
                <a16:creationId xmlns:a16="http://schemas.microsoft.com/office/drawing/2014/main" id="{9EAB14BA-987D-401E-836B-B18A841383F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738625" y="2760052"/>
            <a:ext cx="1657800" cy="3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93" name="Google Shape;193;p26">
            <a:extLst xmlns:a="http://schemas.openxmlformats.org/drawingml/2006/main">
              <a:ext uri="{FF2B5EF4-FFF2-40B4-BE49-F238E27FC236}">
                <a16:creationId xmlns:a16="http://schemas.microsoft.com/office/drawing/2014/main" id="{2A06CABF-04B7-46F5-9C32-B18863A8A92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704725" y="2843752"/>
            <a:ext cx="1657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94" name="Google Shape;194;p26">
            <a:extLst xmlns:a="http://schemas.openxmlformats.org/drawingml/2006/main">
              <a:ext uri="{FF2B5EF4-FFF2-40B4-BE49-F238E27FC236}">
                <a16:creationId xmlns:a16="http://schemas.microsoft.com/office/drawing/2014/main" id="{DDF81654-8E29-4D71-8F58-3D8E4E23CF9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9825" y="3010250"/>
            <a:ext cx="1743300" cy="8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95" name="Google Shape;195;p26">
            <a:extLst xmlns:a="http://schemas.openxmlformats.org/drawingml/2006/main">
              <a:ext uri="{FF2B5EF4-FFF2-40B4-BE49-F238E27FC236}">
                <a16:creationId xmlns:a16="http://schemas.microsoft.com/office/drawing/2014/main" id="{2BD7AA4A-DB6D-4D1C-9259-0BD84D3A054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695875" y="3010250"/>
            <a:ext cx="1743300" cy="8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96" name="Google Shape;196;p26">
            <a:extLst xmlns:a="http://schemas.openxmlformats.org/drawingml/2006/main">
              <a:ext uri="{FF2B5EF4-FFF2-40B4-BE49-F238E27FC236}">
                <a16:creationId xmlns:a16="http://schemas.microsoft.com/office/drawing/2014/main" id="{C7041B1E-C6D6-43F9-B401-1822BEEE494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661975" y="3010250"/>
            <a:ext cx="1743300" cy="8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97" name="Google Shape;197;p26">
            <a:extLst xmlns:a="http://schemas.openxmlformats.org/drawingml/2006/main">
              <a:ext uri="{FF2B5EF4-FFF2-40B4-BE49-F238E27FC236}">
                <a16:creationId xmlns:a16="http://schemas.microsoft.com/office/drawing/2014/main" id="{B5949F21-E37F-4E46-AD0E-055694C7DC4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198" name="Google Shape;198;p26">
            <a:extLst xmlns:a="http://schemas.openxmlformats.org/drawingml/2006/main">
              <a:ext uri="{FF2B5EF4-FFF2-40B4-BE49-F238E27FC236}">
                <a16:creationId xmlns:a16="http://schemas.microsoft.com/office/drawing/2014/main" id="{103149D1-D649-4821-A2C2-0BD1CD818303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6713575" y="2843752"/>
            <a:ext cx="1657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199" name="Google Shape;199;p26">
            <a:extLst xmlns:a="http://schemas.openxmlformats.org/drawingml/2006/main">
              <a:ext uri="{FF2B5EF4-FFF2-40B4-BE49-F238E27FC236}">
                <a16:creationId xmlns:a16="http://schemas.microsoft.com/office/drawing/2014/main" id="{D9809CCA-7CDA-435E-B9E4-C0E1CB741EC8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670825" y="3010250"/>
            <a:ext cx="1743300" cy="8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chemeClr val="dk2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00" name="Google Shape;200;p26">
            <a:extLst xmlns:a="http://schemas.openxmlformats.org/drawingml/2006/main">
              <a:ext uri="{FF2B5EF4-FFF2-40B4-BE49-F238E27FC236}">
                <a16:creationId xmlns:a16="http://schemas.microsoft.com/office/drawing/2014/main" id="{4BCD3271-3586-4618-AC7F-09B795EA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00" y="4643200"/>
            <a:ext cx="1129200" cy="112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>
            <a:extLst xmlns:a="http://schemas.openxmlformats.org/drawingml/2006/main">
              <a:ext uri="{FF2B5EF4-FFF2-40B4-BE49-F238E27FC236}">
                <a16:creationId xmlns:a16="http://schemas.microsoft.com/office/drawing/2014/main" id="{CD4693ED-E52D-4ED5-8681-E60D13B3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950" y="-424100"/>
            <a:ext cx="824400" cy="824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>
            <a:extLst xmlns:a="http://schemas.openxmlformats.org/drawingml/2006/main">
              <a:ext uri="{FF2B5EF4-FFF2-40B4-BE49-F238E27FC236}">
                <a16:creationId xmlns:a16="http://schemas.microsoft.com/office/drawing/2014/main" id="{E9818F76-C260-4558-99C5-BE17B0DB2F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 4">
  <p:cSld name="CUSTOM_5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" name="Google Shape;204;p27">
            <a:extLst xmlns:a="http://schemas.openxmlformats.org/drawingml/2006/main">
              <a:ext uri="{FF2B5EF4-FFF2-40B4-BE49-F238E27FC236}">
                <a16:creationId xmlns:a16="http://schemas.microsoft.com/office/drawing/2014/main" id="{73F2A142-B1C3-479C-A5C7-642D8A5B1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7473" y="3801261"/>
            <a:ext cx="4435800" cy="85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205" name="Google Shape;205;p27">
            <a:extLst xmlns:a="http://schemas.openxmlformats.org/drawingml/2006/main">
              <a:ext uri="{FF2B5EF4-FFF2-40B4-BE49-F238E27FC236}">
                <a16:creationId xmlns:a16="http://schemas.microsoft.com/office/drawing/2014/main" id="{1C502E13-7EE5-4DF0-BA30-F14AB2F0B3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Title Only 5">
  <p:cSld name="CUSTOM_3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Google Shape;207;p28">
            <a:extLst xmlns:a="http://schemas.openxmlformats.org/drawingml/2006/main">
              <a:ext uri="{FF2B5EF4-FFF2-40B4-BE49-F238E27FC236}">
                <a16:creationId xmlns:a16="http://schemas.microsoft.com/office/drawing/2014/main" id="{DEEECEAE-3312-4907-B009-6BD057646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4750" y="1250550"/>
            <a:ext cx="2126100" cy="220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208" name="Google Shape;208;p28">
            <a:extLst xmlns:a="http://schemas.openxmlformats.org/drawingml/2006/main">
              <a:ext uri="{FF2B5EF4-FFF2-40B4-BE49-F238E27FC236}">
                <a16:creationId xmlns:a16="http://schemas.microsoft.com/office/drawing/2014/main" id="{C2F3FFCE-1622-4482-AF42-0DE7748BF8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Numbers and Text 1">
  <p:cSld name="CUSTOM_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Google Shape;210;p29">
            <a:extLst xmlns:a="http://schemas.openxmlformats.org/drawingml/2006/main">
              <a:ext uri="{FF2B5EF4-FFF2-40B4-BE49-F238E27FC236}">
                <a16:creationId xmlns:a16="http://schemas.microsoft.com/office/drawing/2014/main" id="{57B5D7BD-B8B2-4D91-B2A7-AE89B018862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625" y="2928277"/>
            <a:ext cx="30645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11" name="Google Shape;211;p29">
            <a:extLst xmlns:a="http://schemas.openxmlformats.org/drawingml/2006/main">
              <a:ext uri="{FF2B5EF4-FFF2-40B4-BE49-F238E27FC236}">
                <a16:creationId xmlns:a16="http://schemas.microsoft.com/office/drawing/2014/main" id="{E1A459BB-7FE3-4F0F-968E-DF1C4E1275DC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2944550" y="1279425"/>
            <a:ext cx="30645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12" name="Google Shape;212;p29">
            <a:extLst xmlns:a="http://schemas.openxmlformats.org/drawingml/2006/main">
              <a:ext uri="{FF2B5EF4-FFF2-40B4-BE49-F238E27FC236}">
                <a16:creationId xmlns:a16="http://schemas.microsoft.com/office/drawing/2014/main" id="{67216763-0E81-4500-B57B-A7A7EC8488C2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5070575" y="2920220"/>
            <a:ext cx="30645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13" name="Google Shape;213;p29">
            <a:extLst xmlns:a="http://schemas.openxmlformats.org/drawingml/2006/main">
              <a:ext uri="{FF2B5EF4-FFF2-40B4-BE49-F238E27FC236}">
                <a16:creationId xmlns:a16="http://schemas.microsoft.com/office/drawing/2014/main" id="{362756D7-7916-4A9F-A92E-B6BDCA6D65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178925" y="3663791"/>
            <a:ext cx="20559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4" name="Google Shape;214;p29">
            <a:extLst xmlns:a="http://schemas.openxmlformats.org/drawingml/2006/main">
              <a:ext uri="{FF2B5EF4-FFF2-40B4-BE49-F238E27FC236}">
                <a16:creationId xmlns:a16="http://schemas.microsoft.com/office/drawing/2014/main" id="{A9635E4B-0C9D-450B-A45D-C4D550504C1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3266849" y="2078426"/>
            <a:ext cx="24198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5" name="Google Shape;215;p29">
            <a:extLst xmlns:a="http://schemas.openxmlformats.org/drawingml/2006/main">
              <a:ext uri="{FF2B5EF4-FFF2-40B4-BE49-F238E27FC236}">
                <a16:creationId xmlns:a16="http://schemas.microsoft.com/office/drawing/2014/main" id="{10DA2C0A-0087-49B0-9B3F-B8CEDACAE5E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 flipH="1">
            <a:off x="5574875" y="3663791"/>
            <a:ext cx="20559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6" name="Google Shape;216;p29">
            <a:extLst xmlns:a="http://schemas.openxmlformats.org/drawingml/2006/main">
              <a:ext uri="{FF2B5EF4-FFF2-40B4-BE49-F238E27FC236}">
                <a16:creationId xmlns:a16="http://schemas.microsoft.com/office/drawing/2014/main" id="{81ED70C0-98E3-434F-9B21-DAB42CFE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575" y="2947875"/>
            <a:ext cx="855000" cy="855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9">
            <a:extLst xmlns:a="http://schemas.openxmlformats.org/drawingml/2006/main">
              <a:ext uri="{FF2B5EF4-FFF2-40B4-BE49-F238E27FC236}">
                <a16:creationId xmlns:a16="http://schemas.microsoft.com/office/drawing/2014/main" id="{463126C6-059D-444E-B191-257E98D4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0325" y="854500"/>
            <a:ext cx="855000" cy="855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>
            <a:extLst xmlns:a="http://schemas.openxmlformats.org/drawingml/2006/main">
              <a:ext uri="{FF2B5EF4-FFF2-40B4-BE49-F238E27FC236}">
                <a16:creationId xmlns:a16="http://schemas.microsoft.com/office/drawing/2014/main" id="{6B280EDF-0E19-4010-AA3F-F5768CF78733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19" name="Google Shape;219;p29">
            <a:extLst xmlns:a="http://schemas.openxmlformats.org/drawingml/2006/main">
              <a:ext uri="{FF2B5EF4-FFF2-40B4-BE49-F238E27FC236}">
                <a16:creationId xmlns:a16="http://schemas.microsoft.com/office/drawing/2014/main" id="{96765C0B-B4D4-48AC-8F7E-C78118D017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Numbers and Text 2">
  <p:cSld name="CUSTOM_3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21;p30">
            <a:extLst xmlns:a="http://schemas.openxmlformats.org/drawingml/2006/main">
              <a:ext uri="{FF2B5EF4-FFF2-40B4-BE49-F238E27FC236}">
                <a16:creationId xmlns:a16="http://schemas.microsoft.com/office/drawing/2014/main" id="{57D60833-FE26-4A82-97E4-7BD1ADF99E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775" y="1209134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22" name="Google Shape;222;p30">
            <a:extLst xmlns:a="http://schemas.openxmlformats.org/drawingml/2006/main">
              <a:ext uri="{FF2B5EF4-FFF2-40B4-BE49-F238E27FC236}">
                <a16:creationId xmlns:a16="http://schemas.microsoft.com/office/drawing/2014/main" id="{6760ED65-67D8-4CCE-A39E-E9A0FB47F3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023775" y="1944635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3" name="Google Shape;223;p30">
            <a:extLst xmlns:a="http://schemas.openxmlformats.org/drawingml/2006/main">
              <a:ext uri="{FF2B5EF4-FFF2-40B4-BE49-F238E27FC236}">
                <a16:creationId xmlns:a16="http://schemas.microsoft.com/office/drawing/2014/main" id="{CF2C541C-2452-4F39-9E7D-01DB106F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300" y="0"/>
            <a:ext cx="855000" cy="855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>
            <a:extLst xmlns:a="http://schemas.openxmlformats.org/drawingml/2006/main">
              <a:ext uri="{FF2B5EF4-FFF2-40B4-BE49-F238E27FC236}">
                <a16:creationId xmlns:a16="http://schemas.microsoft.com/office/drawing/2014/main" id="{32987083-A4E3-4FC2-994B-D3F88C79E29F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25" name="Google Shape;225;p30">
            <a:extLst xmlns:a="http://schemas.openxmlformats.org/drawingml/2006/main">
              <a:ext uri="{FF2B5EF4-FFF2-40B4-BE49-F238E27FC236}">
                <a16:creationId xmlns:a16="http://schemas.microsoft.com/office/drawing/2014/main" id="{629A9F82-AED8-4843-8889-0E917DF0DA79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4367050" y="1208359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26" name="Google Shape;226;p30">
            <a:extLst xmlns:a="http://schemas.openxmlformats.org/drawingml/2006/main">
              <a:ext uri="{FF2B5EF4-FFF2-40B4-BE49-F238E27FC236}">
                <a16:creationId xmlns:a16="http://schemas.microsoft.com/office/drawing/2014/main" id="{2659CB5A-63FD-40BB-BAF6-07C2D2B19A3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4367050" y="1943825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7" name="Google Shape;227;p30">
            <a:extLst xmlns:a="http://schemas.openxmlformats.org/drawingml/2006/main">
              <a:ext uri="{FF2B5EF4-FFF2-40B4-BE49-F238E27FC236}">
                <a16:creationId xmlns:a16="http://schemas.microsoft.com/office/drawing/2014/main" id="{5F3F310F-DA45-4A0E-BBD3-7866309764B5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2614450" y="3229025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28" name="Google Shape;228;p30">
            <a:extLst xmlns:a="http://schemas.openxmlformats.org/drawingml/2006/main">
              <a:ext uri="{FF2B5EF4-FFF2-40B4-BE49-F238E27FC236}">
                <a16:creationId xmlns:a16="http://schemas.microsoft.com/office/drawing/2014/main" id="{5F647968-5C94-4AA7-9256-8B1F0DE02FA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 flipH="1">
            <a:off x="2614450" y="3954720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9" name="Google Shape;229;p30">
            <a:extLst xmlns:a="http://schemas.openxmlformats.org/drawingml/2006/main">
              <a:ext uri="{FF2B5EF4-FFF2-40B4-BE49-F238E27FC236}">
                <a16:creationId xmlns:a16="http://schemas.microsoft.com/office/drawing/2014/main" id="{F76F0D13-0CF3-40C2-9164-CCD6DC913984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5957950" y="3227963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30" name="Google Shape;230;p30">
            <a:extLst xmlns:a="http://schemas.openxmlformats.org/drawingml/2006/main">
              <a:ext uri="{FF2B5EF4-FFF2-40B4-BE49-F238E27FC236}">
                <a16:creationId xmlns:a16="http://schemas.microsoft.com/office/drawing/2014/main" id="{78FB0E55-920E-4054-8A01-B0BBB5B7897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 flipH="1">
            <a:off x="5957950" y="3953657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1" name="Google Shape;231;p30">
            <a:extLst xmlns:a="http://schemas.openxmlformats.org/drawingml/2006/main">
              <a:ext uri="{FF2B5EF4-FFF2-40B4-BE49-F238E27FC236}">
                <a16:creationId xmlns:a16="http://schemas.microsoft.com/office/drawing/2014/main" id="{936B8344-473D-4D2A-AC99-70F58D4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295400"/>
            <a:ext cx="1240200" cy="1240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>
            <a:extLst xmlns:a="http://schemas.openxmlformats.org/drawingml/2006/main">
              <a:ext uri="{FF2B5EF4-FFF2-40B4-BE49-F238E27FC236}">
                <a16:creationId xmlns:a16="http://schemas.microsoft.com/office/drawing/2014/main" id="{74A8D91B-23FB-4371-BDB2-F0406369B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Numbers and Text 3">
  <p:cSld name="CUSTOM_6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Google Shape;234;p31">
            <a:extLst xmlns:a="http://schemas.openxmlformats.org/drawingml/2006/main">
              <a:ext uri="{FF2B5EF4-FFF2-40B4-BE49-F238E27FC236}">
                <a16:creationId xmlns:a16="http://schemas.microsoft.com/office/drawing/2014/main" id="{6119871F-427F-4B3D-9512-95B58CE1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875525" y="38274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">
            <a:extLst xmlns:a="http://schemas.openxmlformats.org/drawingml/2006/main">
              <a:ext uri="{FF2B5EF4-FFF2-40B4-BE49-F238E27FC236}">
                <a16:creationId xmlns:a16="http://schemas.microsoft.com/office/drawing/2014/main" id="{B91A18E8-4192-4257-8A87-7198BC79DE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74525" y="2167609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36" name="Google Shape;236;p31">
            <a:extLst xmlns:a="http://schemas.openxmlformats.org/drawingml/2006/main">
              <a:ext uri="{FF2B5EF4-FFF2-40B4-BE49-F238E27FC236}">
                <a16:creationId xmlns:a16="http://schemas.microsoft.com/office/drawing/2014/main" id="{80E5A572-6D39-4FC8-B0D1-B1A0C41778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1174525" y="2903110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7" name="Google Shape;237;p31">
            <a:extLst xmlns:a="http://schemas.openxmlformats.org/drawingml/2006/main">
              <a:ext uri="{FF2B5EF4-FFF2-40B4-BE49-F238E27FC236}">
                <a16:creationId xmlns:a16="http://schemas.microsoft.com/office/drawing/2014/main" id="{E2EA91FB-C971-41EA-B1F4-799DE57DF9CE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38" name="Google Shape;238;p31">
            <a:extLst xmlns:a="http://schemas.openxmlformats.org/drawingml/2006/main">
              <a:ext uri="{FF2B5EF4-FFF2-40B4-BE49-F238E27FC236}">
                <a16:creationId xmlns:a16="http://schemas.microsoft.com/office/drawing/2014/main" id="{3725331A-3759-419D-89E5-6EC37D9078AB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5279800" y="2166834"/>
            <a:ext cx="2328000" cy="93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39" name="Google Shape;239;p31">
            <a:extLst xmlns:a="http://schemas.openxmlformats.org/drawingml/2006/main">
              <a:ext uri="{FF2B5EF4-FFF2-40B4-BE49-F238E27FC236}">
                <a16:creationId xmlns:a16="http://schemas.microsoft.com/office/drawing/2014/main" id="{C0EE3CC7-0A1D-418A-9B05-2675FCB5E20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5279800" y="2902300"/>
            <a:ext cx="23280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0" name="Google Shape;240;p31">
            <a:extLst xmlns:a="http://schemas.openxmlformats.org/drawingml/2006/main">
              <a:ext uri="{FF2B5EF4-FFF2-40B4-BE49-F238E27FC236}">
                <a16:creationId xmlns:a16="http://schemas.microsoft.com/office/drawing/2014/main" id="{23A8BD52-47DB-46B0-BCD5-9AD9A301B7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Big Number 1">
  <p:cSld name="CUSTOM_5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Google Shape;242;p32">
            <a:extLst xmlns:a="http://schemas.openxmlformats.org/drawingml/2006/main">
              <a:ext uri="{FF2B5EF4-FFF2-40B4-BE49-F238E27FC236}">
                <a16:creationId xmlns:a16="http://schemas.microsoft.com/office/drawing/2014/main" id="{541FAA10-D95A-4EF3-888B-E8C832A46EA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6225" y="1824375"/>
            <a:ext cx="5587200" cy="13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8000"/>
            </a:lvl1pPr>
            <a:lvl2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43" name="Google Shape;243;p32">
            <a:extLst xmlns:a="http://schemas.openxmlformats.org/drawingml/2006/main">
              <a:ext uri="{FF2B5EF4-FFF2-40B4-BE49-F238E27FC236}">
                <a16:creationId xmlns:a16="http://schemas.microsoft.com/office/drawing/2014/main" id="{4A6E5A32-B96F-4D5B-93D4-98A658826B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526225" y="3005325"/>
            <a:ext cx="55872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4" name="Google Shape;244;p32">
            <a:extLst xmlns:a="http://schemas.openxmlformats.org/drawingml/2006/main">
              <a:ext uri="{FF2B5EF4-FFF2-40B4-BE49-F238E27FC236}">
                <a16:creationId xmlns:a16="http://schemas.microsoft.com/office/drawing/2014/main" id="{3F695CD9-7C9D-4349-A19E-A487A13936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matchingName="Main Point">
  <p:cSld name="CUSTOM_5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" name="Google Shape;246;p33">
            <a:extLst xmlns:a="http://schemas.openxmlformats.org/drawingml/2006/main">
              <a:ext uri="{FF2B5EF4-FFF2-40B4-BE49-F238E27FC236}">
                <a16:creationId xmlns:a16="http://schemas.microsoft.com/office/drawing/2014/main" id="{08BA85A0-84C1-497E-B92A-B47275D7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63250" y="-9450"/>
            <a:ext cx="5162400" cy="51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>
            <a:extLst xmlns:a="http://schemas.openxmlformats.org/drawingml/2006/main">
              <a:ext uri="{FF2B5EF4-FFF2-40B4-BE49-F238E27FC236}">
                <a16:creationId xmlns:a16="http://schemas.microsoft.com/office/drawing/2014/main" id="{FDA35D64-ACD8-4027-9F4F-5DADD55089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379250" y="1267450"/>
            <a:ext cx="44406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8000"/>
              <a:buNone/>
              <a:defRPr sz="6300"/>
            </a:lvl1pPr>
            <a:lvl2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48" name="Google Shape;248;p33">
            <a:extLst xmlns:a="http://schemas.openxmlformats.org/drawingml/2006/main">
              <a:ext uri="{FF2B5EF4-FFF2-40B4-BE49-F238E27FC236}">
                <a16:creationId xmlns:a16="http://schemas.microsoft.com/office/drawing/2014/main" id="{5F6E0E9E-77D4-47BC-8FAE-D7C7AD6CFC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2324150" y="3208850"/>
            <a:ext cx="4440600" cy="6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9" name="Google Shape;249;p33">
            <a:extLst xmlns:a="http://schemas.openxmlformats.org/drawingml/2006/main">
              <a:ext uri="{FF2B5EF4-FFF2-40B4-BE49-F238E27FC236}">
                <a16:creationId xmlns:a16="http://schemas.microsoft.com/office/drawing/2014/main" id="{1A99691A-B49E-474D-B65E-311F198613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matchingName="Title and Text 2">
  <p:cSld name="CUSTOM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1" name="Google Shape;251;p34">
            <a:extLst xmlns:a="http://schemas.openxmlformats.org/drawingml/2006/main">
              <a:ext uri="{FF2B5EF4-FFF2-40B4-BE49-F238E27FC236}">
                <a16:creationId xmlns:a16="http://schemas.microsoft.com/office/drawing/2014/main" id="{318B6682-5759-4B2D-8F1E-2D8B7FE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4251300" cy="39579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4">
            <a:extLst xmlns:a="http://schemas.openxmlformats.org/drawingml/2006/main">
              <a:ext uri="{FF2B5EF4-FFF2-40B4-BE49-F238E27FC236}">
                <a16:creationId xmlns:a16="http://schemas.microsoft.com/office/drawing/2014/main" id="{7694200A-75E2-4199-8E4D-605D8BF9F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6275" y="466887"/>
            <a:ext cx="31284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253" name="Google Shape;253;p34">
            <a:extLst xmlns:a="http://schemas.openxmlformats.org/drawingml/2006/main">
              <a:ext uri="{FF2B5EF4-FFF2-40B4-BE49-F238E27FC236}">
                <a16:creationId xmlns:a16="http://schemas.microsoft.com/office/drawing/2014/main" id="{ECF94A4D-0867-41CA-B337-D939435C0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6275" y="1413349"/>
            <a:ext cx="3128400" cy="12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4" name="Google Shape;254;p34">
            <a:extLst xmlns:a="http://schemas.openxmlformats.org/drawingml/2006/main">
              <a:ext uri="{FF2B5EF4-FFF2-40B4-BE49-F238E27FC236}">
                <a16:creationId xmlns:a16="http://schemas.microsoft.com/office/drawing/2014/main" id="{CC3F4751-A60C-4C71-B84D-EB2BD9E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000" y="0"/>
            <a:ext cx="855000" cy="8550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4">
            <a:extLst xmlns:a="http://schemas.openxmlformats.org/drawingml/2006/main">
              <a:ext uri="{FF2B5EF4-FFF2-40B4-BE49-F238E27FC236}">
                <a16:creationId xmlns:a16="http://schemas.microsoft.com/office/drawing/2014/main" id="{5B02222F-8851-4B99-B37C-FA886683B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matchingName="Title and Four Columns 2">
  <p:cSld name="CUSTOM_2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7" name="Google Shape;257;p35">
            <a:extLst xmlns:a="http://schemas.openxmlformats.org/drawingml/2006/main">
              <a:ext uri="{FF2B5EF4-FFF2-40B4-BE49-F238E27FC236}">
                <a16:creationId xmlns:a16="http://schemas.microsoft.com/office/drawing/2014/main" id="{516B14A0-4104-4958-A9D9-5D63074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00" y="4643200"/>
            <a:ext cx="1129200" cy="112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5">
            <a:extLst xmlns:a="http://schemas.openxmlformats.org/drawingml/2006/main">
              <a:ext uri="{FF2B5EF4-FFF2-40B4-BE49-F238E27FC236}">
                <a16:creationId xmlns:a16="http://schemas.microsoft.com/office/drawing/2014/main" id="{8BBC8D11-E3D2-4CB6-B601-FE5DCE6F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950" y="-424100"/>
            <a:ext cx="824400" cy="824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">
            <a:extLst xmlns:a="http://schemas.openxmlformats.org/drawingml/2006/main">
              <a:ext uri="{FF2B5EF4-FFF2-40B4-BE49-F238E27FC236}">
                <a16:creationId xmlns:a16="http://schemas.microsoft.com/office/drawing/2014/main" id="{23F9A104-2DED-45A6-84F5-74510B982C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34275" y="140110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0" name="Google Shape;260;p35">
            <a:extLst xmlns:a="http://schemas.openxmlformats.org/drawingml/2006/main">
              <a:ext uri="{FF2B5EF4-FFF2-40B4-BE49-F238E27FC236}">
                <a16:creationId xmlns:a16="http://schemas.microsoft.com/office/drawing/2014/main" id="{9F8D1310-F748-40FC-A41A-396402DE4D40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6956000" y="140110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1" name="Google Shape;261;p35">
            <a:extLst xmlns:a="http://schemas.openxmlformats.org/drawingml/2006/main">
              <a:ext uri="{FF2B5EF4-FFF2-40B4-BE49-F238E27FC236}">
                <a16:creationId xmlns:a16="http://schemas.microsoft.com/office/drawing/2014/main" id="{0872C5D6-6C31-4DF7-93D5-58612849EA4F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2723950" y="138857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2" name="Google Shape;262;p35">
            <a:extLst xmlns:a="http://schemas.openxmlformats.org/drawingml/2006/main">
              <a:ext uri="{FF2B5EF4-FFF2-40B4-BE49-F238E27FC236}">
                <a16:creationId xmlns:a16="http://schemas.microsoft.com/office/drawing/2014/main" id="{10670043-3DFB-425A-82F1-20F54BD376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24000" y="17388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3" name="Google Shape;263;p35">
            <a:extLst xmlns:a="http://schemas.openxmlformats.org/drawingml/2006/main">
              <a:ext uri="{FF2B5EF4-FFF2-40B4-BE49-F238E27FC236}">
                <a16:creationId xmlns:a16="http://schemas.microsoft.com/office/drawing/2014/main" id="{A8A40EE3-69CC-42DB-B181-E663A17EE84B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2723950" y="266807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4" name="Google Shape;264;p35">
            <a:extLst xmlns:a="http://schemas.openxmlformats.org/drawingml/2006/main">
              <a:ext uri="{FF2B5EF4-FFF2-40B4-BE49-F238E27FC236}">
                <a16:creationId xmlns:a16="http://schemas.microsoft.com/office/drawing/2014/main" id="{DF14E3F6-0A83-4C56-92F1-7BCAEF81132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724000" y="30183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5D05EB1C-9DC9-4844-9106-FA4E8C962CC3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4904450" y="1393698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6" name="Google Shape;266;p35">
            <a:extLst xmlns:a="http://schemas.openxmlformats.org/drawingml/2006/main">
              <a:ext uri="{FF2B5EF4-FFF2-40B4-BE49-F238E27FC236}">
                <a16:creationId xmlns:a16="http://schemas.microsoft.com/office/drawing/2014/main" id="{4F26E994-66BC-491A-B8DC-AB4F3CE772EB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904450" y="17388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7" name="Google Shape;267;p35">
            <a:extLst xmlns:a="http://schemas.openxmlformats.org/drawingml/2006/main">
              <a:ext uri="{FF2B5EF4-FFF2-40B4-BE49-F238E27FC236}">
                <a16:creationId xmlns:a16="http://schemas.microsoft.com/office/drawing/2014/main" id="{4BD71CDD-4F9B-4FA4-954B-D807AD4E14A9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4904400" y="266807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68" name="Google Shape;268;p35">
            <a:extLst xmlns:a="http://schemas.openxmlformats.org/drawingml/2006/main">
              <a:ext uri="{FF2B5EF4-FFF2-40B4-BE49-F238E27FC236}">
                <a16:creationId xmlns:a16="http://schemas.microsoft.com/office/drawing/2014/main" id="{5E105C02-9948-43AD-9291-FF16266AA224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904400" y="3011393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9" name="Google Shape;269;p35">
            <a:extLst xmlns:a="http://schemas.openxmlformats.org/drawingml/2006/main">
              <a:ext uri="{FF2B5EF4-FFF2-40B4-BE49-F238E27FC236}">
                <a16:creationId xmlns:a16="http://schemas.microsoft.com/office/drawing/2014/main" id="{89164443-A136-4B93-9322-EFD4BDCB2E5E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>
          <a:xfrm xmlns:a="http://schemas.openxmlformats.org/drawingml/2006/main">
            <a:off x="1365750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70" name="Google Shape;270;p35">
            <a:extLst xmlns:a="http://schemas.openxmlformats.org/drawingml/2006/main">
              <a:ext uri="{FF2B5EF4-FFF2-40B4-BE49-F238E27FC236}">
                <a16:creationId xmlns:a16="http://schemas.microsoft.com/office/drawing/2014/main" id="{CB59BBFE-5FE5-438B-93C9-6BEAA2F92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matchingName="Title and Four Columns 3">
  <p:cSld name="CUSTOM_4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Google Shape;272;p36">
            <a:extLst xmlns:a="http://schemas.openxmlformats.org/drawingml/2006/main">
              <a:ext uri="{FF2B5EF4-FFF2-40B4-BE49-F238E27FC236}">
                <a16:creationId xmlns:a16="http://schemas.microsoft.com/office/drawing/2014/main" id="{52BADE54-FE57-4F85-91CF-B145617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050" y="2847600"/>
            <a:ext cx="5017200" cy="14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6">
            <a:extLst xmlns:a="http://schemas.openxmlformats.org/drawingml/2006/main">
              <a:ext uri="{FF2B5EF4-FFF2-40B4-BE49-F238E27FC236}">
                <a16:creationId xmlns:a16="http://schemas.microsoft.com/office/drawing/2014/main" id="{D30A487E-8733-4481-BF7D-DB5CE172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050" y="1255125"/>
            <a:ext cx="5017200" cy="14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6">
            <a:extLst xmlns:a="http://schemas.openxmlformats.org/drawingml/2006/main">
              <a:ext uri="{FF2B5EF4-FFF2-40B4-BE49-F238E27FC236}">
                <a16:creationId xmlns:a16="http://schemas.microsoft.com/office/drawing/2014/main" id="{98A8F7B0-C23D-4A2E-84AF-4B03FFDF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014300"/>
            <a:ext cx="1129200" cy="112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">
            <a:extLst xmlns:a="http://schemas.openxmlformats.org/drawingml/2006/main">
              <a:ext uri="{FF2B5EF4-FFF2-40B4-BE49-F238E27FC236}">
                <a16:creationId xmlns:a16="http://schemas.microsoft.com/office/drawing/2014/main" id="{586A0847-C6B5-41B0-B000-B977D052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070" y="327500"/>
            <a:ext cx="824400" cy="824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6">
            <a:extLst xmlns:a="http://schemas.openxmlformats.org/drawingml/2006/main">
              <a:ext uri="{FF2B5EF4-FFF2-40B4-BE49-F238E27FC236}">
                <a16:creationId xmlns:a16="http://schemas.microsoft.com/office/drawing/2014/main" id="{D6E1788B-12C5-4DBB-A2F2-9FD07E24789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206825" y="1739884"/>
            <a:ext cx="1453500" cy="47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77" name="Google Shape;277;p36">
            <a:extLst xmlns:a="http://schemas.openxmlformats.org/drawingml/2006/main">
              <a:ext uri="{FF2B5EF4-FFF2-40B4-BE49-F238E27FC236}">
                <a16:creationId xmlns:a16="http://schemas.microsoft.com/office/drawing/2014/main" id="{E12FBDC8-7082-4265-8021-EB0C28BCF15D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208725" y="3331785"/>
            <a:ext cx="1449600" cy="47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78" name="Google Shape;278;p36">
            <a:extLst xmlns:a="http://schemas.openxmlformats.org/drawingml/2006/main">
              <a:ext uri="{FF2B5EF4-FFF2-40B4-BE49-F238E27FC236}">
                <a16:creationId xmlns:a16="http://schemas.microsoft.com/office/drawing/2014/main" id="{4D764027-F5F0-4A11-9C2E-6AE89324A394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3780450" y="140027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79" name="Google Shape;279;p36">
            <a:extLst xmlns:a="http://schemas.openxmlformats.org/drawingml/2006/main">
              <a:ext uri="{FF2B5EF4-FFF2-40B4-BE49-F238E27FC236}">
                <a16:creationId xmlns:a16="http://schemas.microsoft.com/office/drawing/2014/main" id="{A3DA7068-4092-4789-93EF-BFCF19862E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80500" y="17518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0" name="Google Shape;280;p36">
            <a:extLst xmlns:a="http://schemas.openxmlformats.org/drawingml/2006/main">
              <a:ext uri="{FF2B5EF4-FFF2-40B4-BE49-F238E27FC236}">
                <a16:creationId xmlns:a16="http://schemas.microsoft.com/office/drawing/2014/main" id="{5594A67D-7735-4EA3-A9BA-1F94D6DD0D21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3780450" y="29735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81" name="Google Shape;281;p36">
            <a:extLst xmlns:a="http://schemas.openxmlformats.org/drawingml/2006/main">
              <a:ext uri="{FF2B5EF4-FFF2-40B4-BE49-F238E27FC236}">
                <a16:creationId xmlns:a16="http://schemas.microsoft.com/office/drawing/2014/main" id="{AE8A6ABA-3396-4644-8EC0-6F868C168E02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780500" y="3314908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2" name="Google Shape;282;p36">
            <a:extLst xmlns:a="http://schemas.openxmlformats.org/drawingml/2006/main">
              <a:ext uri="{FF2B5EF4-FFF2-40B4-BE49-F238E27FC236}">
                <a16:creationId xmlns:a16="http://schemas.microsoft.com/office/drawing/2014/main" id="{79002B98-1931-4386-B995-3432E82BEADA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5427550" y="139526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83" name="Google Shape;283;p36">
            <a:extLst xmlns:a="http://schemas.openxmlformats.org/drawingml/2006/main">
              <a:ext uri="{FF2B5EF4-FFF2-40B4-BE49-F238E27FC236}">
                <a16:creationId xmlns:a16="http://schemas.microsoft.com/office/drawing/2014/main" id="{7AB2E60B-0715-4A4E-B6C3-B7E740397CC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5427550" y="1751800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4" name="Google Shape;284;p36">
            <a:extLst xmlns:a="http://schemas.openxmlformats.org/drawingml/2006/main">
              <a:ext uri="{FF2B5EF4-FFF2-40B4-BE49-F238E27FC236}">
                <a16:creationId xmlns:a16="http://schemas.microsoft.com/office/drawing/2014/main" id="{D70DAC67-F758-4AB0-ACB1-D8E6F5F8A1E0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5427500" y="29735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85" name="Google Shape;285;p36">
            <a:extLst xmlns:a="http://schemas.openxmlformats.org/drawingml/2006/main">
              <a:ext uri="{FF2B5EF4-FFF2-40B4-BE49-F238E27FC236}">
                <a16:creationId xmlns:a16="http://schemas.microsoft.com/office/drawing/2014/main" id="{4F79C06D-B068-4FA1-B53F-EB649FDB7D03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427500" y="3328275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6" name="Google Shape;286;p36">
            <a:extLst xmlns:a="http://schemas.openxmlformats.org/drawingml/2006/main">
              <a:ext uri="{FF2B5EF4-FFF2-40B4-BE49-F238E27FC236}">
                <a16:creationId xmlns:a16="http://schemas.microsoft.com/office/drawing/2014/main" id="{5BDF1E92-BB9C-4CE7-8FB4-5B55EF2F94EC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>
          <a:xfrm xmlns:a="http://schemas.openxmlformats.org/drawingml/2006/main">
            <a:off x="1365750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87" name="Google Shape;287;p36">
            <a:extLst xmlns:a="http://schemas.openxmlformats.org/drawingml/2006/main">
              <a:ext uri="{FF2B5EF4-FFF2-40B4-BE49-F238E27FC236}">
                <a16:creationId xmlns:a16="http://schemas.microsoft.com/office/drawing/2014/main" id="{3955B174-A569-40B6-B619-C8BCE0DD8A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matchingName="Title and Text 3">
  <p:cSld name="CUSTOM_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9" name="Google Shape;289;p37">
            <a:extLst xmlns:a="http://schemas.openxmlformats.org/drawingml/2006/main">
              <a:ext uri="{FF2B5EF4-FFF2-40B4-BE49-F238E27FC236}">
                <a16:creationId xmlns:a16="http://schemas.microsoft.com/office/drawing/2014/main" id="{F35D7F7D-A735-4153-BE92-336AF2BC5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6904" y="333395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290" name="Google Shape;290;p37">
            <a:extLst xmlns:a="http://schemas.openxmlformats.org/drawingml/2006/main">
              <a:ext uri="{FF2B5EF4-FFF2-40B4-BE49-F238E27FC236}">
                <a16:creationId xmlns:a16="http://schemas.microsoft.com/office/drawing/2014/main" id="{351D0BDE-2A0E-4C2B-A7E4-E1A5E0E11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9149" y="1108408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91" name="Google Shape;291;p37">
            <a:extLst xmlns:a="http://schemas.openxmlformats.org/drawingml/2006/main">
              <a:ext uri="{FF2B5EF4-FFF2-40B4-BE49-F238E27FC236}">
                <a16:creationId xmlns:a16="http://schemas.microsoft.com/office/drawing/2014/main" id="{5A1B8C05-C167-4294-AB76-38B939C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0" y="47773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7">
            <a:extLst xmlns:a="http://schemas.openxmlformats.org/drawingml/2006/main">
              <a:ext uri="{FF2B5EF4-FFF2-40B4-BE49-F238E27FC236}">
                <a16:creationId xmlns:a16="http://schemas.microsoft.com/office/drawing/2014/main" id="{05571C0D-9ED0-4BCE-A127-281B83C598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matchingName="Title and Three Columns 2">
  <p:cSld name="CUSTOM_4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4" name="Google Shape;294;p38">
            <a:extLst xmlns:a="http://schemas.openxmlformats.org/drawingml/2006/main">
              <a:ext uri="{FF2B5EF4-FFF2-40B4-BE49-F238E27FC236}">
                <a16:creationId xmlns:a16="http://schemas.microsoft.com/office/drawing/2014/main" id="{81C9AE9A-A8CC-4559-8E14-0A5255712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076" y="21162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295" name="Google Shape;295;p38">
            <a:extLst xmlns:a="http://schemas.openxmlformats.org/drawingml/2006/main">
              <a:ext uri="{FF2B5EF4-FFF2-40B4-BE49-F238E27FC236}">
                <a16:creationId xmlns:a16="http://schemas.microsoft.com/office/drawing/2014/main" id="{BBFD1EFB-B19B-4B32-B8D4-3ED7CCC2DD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5550" y="1454149"/>
            <a:ext cx="1992900" cy="8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utive Mono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96" name="Google Shape;296;p38">
            <a:extLst xmlns:a="http://schemas.openxmlformats.org/drawingml/2006/main">
              <a:ext uri="{FF2B5EF4-FFF2-40B4-BE49-F238E27FC236}">
                <a16:creationId xmlns:a16="http://schemas.microsoft.com/office/drawing/2014/main" id="{A5AA34BE-25E7-4B48-9AEE-2AD0DD46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350" y="45970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8">
            <a:extLst xmlns:a="http://schemas.openxmlformats.org/drawingml/2006/main">
              <a:ext uri="{FF2B5EF4-FFF2-40B4-BE49-F238E27FC236}">
                <a16:creationId xmlns:a16="http://schemas.microsoft.com/office/drawing/2014/main" id="{F73294F7-A596-4F46-A63A-B81CFE1A20AA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035550" y="2378975"/>
            <a:ext cx="19929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298" name="Google Shape;298;p38">
            <a:extLst xmlns:a="http://schemas.openxmlformats.org/drawingml/2006/main">
              <a:ext uri="{FF2B5EF4-FFF2-40B4-BE49-F238E27FC236}">
                <a16:creationId xmlns:a16="http://schemas.microsoft.com/office/drawing/2014/main" id="{2BD81D45-501F-4771-AFF9-CEAFA8A3641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035614" y="2730502"/>
            <a:ext cx="19929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99" name="Google Shape;299;p38">
            <a:extLst xmlns:a="http://schemas.openxmlformats.org/drawingml/2006/main">
              <a:ext uri="{FF2B5EF4-FFF2-40B4-BE49-F238E27FC236}">
                <a16:creationId xmlns:a16="http://schemas.microsoft.com/office/drawing/2014/main" id="{3FC47C38-3C53-427D-A48D-DD44C8EA2322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035550" y="3647418"/>
            <a:ext cx="19929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00" name="Google Shape;300;p38">
            <a:extLst xmlns:a="http://schemas.openxmlformats.org/drawingml/2006/main">
              <a:ext uri="{FF2B5EF4-FFF2-40B4-BE49-F238E27FC236}">
                <a16:creationId xmlns:a16="http://schemas.microsoft.com/office/drawing/2014/main" id="{F3585AD0-C981-478B-877B-E464498CEF3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035614" y="3988803"/>
            <a:ext cx="19929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01" name="Google Shape;301;p38">
            <a:extLst xmlns:a="http://schemas.openxmlformats.org/drawingml/2006/main">
              <a:ext uri="{FF2B5EF4-FFF2-40B4-BE49-F238E27FC236}">
                <a16:creationId xmlns:a16="http://schemas.microsoft.com/office/drawing/2014/main" id="{51F36BE1-861E-49C1-A7CA-02337179904B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1024250" y="1109199"/>
            <a:ext cx="19929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02" name="Google Shape;302;p38">
            <a:extLst xmlns:a="http://schemas.openxmlformats.org/drawingml/2006/main">
              <a:ext uri="{FF2B5EF4-FFF2-40B4-BE49-F238E27FC236}">
                <a16:creationId xmlns:a16="http://schemas.microsoft.com/office/drawing/2014/main" id="{36FAC248-9498-4765-A35C-380B9AFACF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8.xml><?xml version="1.0" encoding="utf-8"?>
<p:sldLayout xmlns:p="http://schemas.openxmlformats.org/presentationml/2006/main" matchingName="Title and Two Columns 4">
  <p:cSld name="CUSTOM_4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Google Shape;304;p39">
            <a:extLst xmlns:a="http://schemas.openxmlformats.org/drawingml/2006/main">
              <a:ext uri="{FF2B5EF4-FFF2-40B4-BE49-F238E27FC236}">
                <a16:creationId xmlns:a16="http://schemas.microsoft.com/office/drawing/2014/main" id="{4D0298BD-48CF-43BB-BE35-57625987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53300" y="42528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9">
            <a:extLst xmlns:a="http://schemas.openxmlformats.org/drawingml/2006/main">
              <a:ext uri="{FF2B5EF4-FFF2-40B4-BE49-F238E27FC236}">
                <a16:creationId xmlns:a16="http://schemas.microsoft.com/office/drawing/2014/main" id="{E5E3BDC2-4890-459E-8663-B40D7BCBD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280050" y="2362484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06" name="Google Shape;306;p39">
            <a:extLst xmlns:a="http://schemas.openxmlformats.org/drawingml/2006/main">
              <a:ext uri="{FF2B5EF4-FFF2-40B4-BE49-F238E27FC236}">
                <a16:creationId xmlns:a16="http://schemas.microsoft.com/office/drawing/2014/main" id="{AE74748E-DE42-40F6-9750-2CF5BC93E2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100" y="2715703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07" name="Google Shape;307;p39">
            <a:extLst xmlns:a="http://schemas.openxmlformats.org/drawingml/2006/main">
              <a:ext uri="{FF2B5EF4-FFF2-40B4-BE49-F238E27FC236}">
                <a16:creationId xmlns:a16="http://schemas.microsoft.com/office/drawing/2014/main" id="{012DD15E-5E29-4452-A093-51D720D68F2A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6309418" y="2368982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08" name="Google Shape;308;p39">
            <a:extLst xmlns:a="http://schemas.openxmlformats.org/drawingml/2006/main">
              <a:ext uri="{FF2B5EF4-FFF2-40B4-BE49-F238E27FC236}">
                <a16:creationId xmlns:a16="http://schemas.microsoft.com/office/drawing/2014/main" id="{B87B9E4B-C4F9-40F4-8C45-A18FE391185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309418" y="2718585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09" name="Google Shape;309;p39">
            <a:extLst xmlns:a="http://schemas.openxmlformats.org/drawingml/2006/main">
              <a:ext uri="{FF2B5EF4-FFF2-40B4-BE49-F238E27FC236}">
                <a16:creationId xmlns:a16="http://schemas.microsoft.com/office/drawing/2014/main" id="{3E9900EB-4C2E-4BC4-BE8C-FCE927CE29C2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10" name="Google Shape;310;p39">
            <a:extLst xmlns:a="http://schemas.openxmlformats.org/drawingml/2006/main">
              <a:ext uri="{FF2B5EF4-FFF2-40B4-BE49-F238E27FC236}">
                <a16:creationId xmlns:a16="http://schemas.microsoft.com/office/drawing/2014/main" id="{E7018801-7D4A-423D-B93F-BED17387D1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9.xml><?xml version="1.0" encoding="utf-8"?>
<p:sldLayout xmlns:p="http://schemas.openxmlformats.org/presentationml/2006/main" matchingName="Numbers and Text 3">
  <p:cSld name="CUSTOM_5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40">
            <a:extLst xmlns:a="http://schemas.openxmlformats.org/drawingml/2006/main">
              <a:ext uri="{FF2B5EF4-FFF2-40B4-BE49-F238E27FC236}">
                <a16:creationId xmlns:a16="http://schemas.microsoft.com/office/drawing/2014/main" id="{B9020F60-A940-4555-92A8-3EBFE34B3C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002501" y="3200077"/>
            <a:ext cx="2172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13" name="Google Shape;313;p40">
            <a:extLst xmlns:a="http://schemas.openxmlformats.org/drawingml/2006/main">
              <a:ext uri="{FF2B5EF4-FFF2-40B4-BE49-F238E27FC236}">
                <a16:creationId xmlns:a16="http://schemas.microsoft.com/office/drawing/2014/main" id="{8F3FF8E2-F1E3-494C-8B77-DDFE6AE92C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2135318" y="1684511"/>
            <a:ext cx="19065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4" name="Google Shape;314;p40">
            <a:extLst xmlns:a="http://schemas.openxmlformats.org/drawingml/2006/main">
              <a:ext uri="{FF2B5EF4-FFF2-40B4-BE49-F238E27FC236}">
                <a16:creationId xmlns:a16="http://schemas.microsoft.com/office/drawing/2014/main" id="{DD4494C7-810E-4320-B57D-A1D89F37346E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5415571" y="1896600"/>
            <a:ext cx="14478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15" name="Google Shape;315;p40">
            <a:extLst xmlns:a="http://schemas.openxmlformats.org/drawingml/2006/main">
              <a:ext uri="{FF2B5EF4-FFF2-40B4-BE49-F238E27FC236}">
                <a16:creationId xmlns:a16="http://schemas.microsoft.com/office/drawing/2014/main" id="{C6E0AC94-BADE-49E0-A769-145D1B35D99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195474" y="3381646"/>
            <a:ext cx="19065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6" name="Google Shape;316;p40">
            <a:extLst xmlns:a="http://schemas.openxmlformats.org/drawingml/2006/main">
              <a:ext uri="{FF2B5EF4-FFF2-40B4-BE49-F238E27FC236}">
                <a16:creationId xmlns:a16="http://schemas.microsoft.com/office/drawing/2014/main" id="{1AA124E2-9DC4-4F27-9A00-1774D8BCB55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2135318" y="1149335"/>
            <a:ext cx="19065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7" name="Google Shape;317;p40">
            <a:extLst xmlns:a="http://schemas.openxmlformats.org/drawingml/2006/main">
              <a:ext uri="{FF2B5EF4-FFF2-40B4-BE49-F238E27FC236}">
                <a16:creationId xmlns:a16="http://schemas.microsoft.com/office/drawing/2014/main" id="{1CC98E4F-2A6D-42D2-A0BA-3D312DE77452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195474" y="3749447"/>
            <a:ext cx="19065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8" name="Google Shape;318;p40">
            <a:extLst xmlns:a="http://schemas.openxmlformats.org/drawingml/2006/main">
              <a:ext uri="{FF2B5EF4-FFF2-40B4-BE49-F238E27FC236}">
                <a16:creationId xmlns:a16="http://schemas.microsoft.com/office/drawing/2014/main" id="{8BF9CE4B-F4E3-4C83-BEE0-C96AEBD8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0">
            <a:extLst xmlns:a="http://schemas.openxmlformats.org/drawingml/2006/main">
              <a:ext uri="{FF2B5EF4-FFF2-40B4-BE49-F238E27FC236}">
                <a16:creationId xmlns:a16="http://schemas.microsoft.com/office/drawing/2014/main" id="{50079F3A-84E8-4FF9-9DCE-61FCAC40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50" y="9984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0">
            <a:extLst xmlns:a="http://schemas.openxmlformats.org/drawingml/2006/main">
              <a:ext uri="{FF2B5EF4-FFF2-40B4-BE49-F238E27FC236}">
                <a16:creationId xmlns:a16="http://schemas.microsoft.com/office/drawing/2014/main" id="{A2F312D3-60D4-46BE-ABE3-3DEFF8519662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21" name="Google Shape;321;p40">
            <a:extLst xmlns:a="http://schemas.openxmlformats.org/drawingml/2006/main">
              <a:ext uri="{FF2B5EF4-FFF2-40B4-BE49-F238E27FC236}">
                <a16:creationId xmlns:a16="http://schemas.microsoft.com/office/drawing/2014/main" id="{B9E6CE28-6C49-4087-85ED-02CC3F5348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0.xml><?xml version="1.0" encoding="utf-8"?>
<p:sldLayout xmlns:p="http://schemas.openxmlformats.org/presentationml/2006/main" matchingName="Numbers and Text 4">
  <p:cSld name="CUSTOM_4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Google Shape;323;p41">
            <a:extLst xmlns:a="http://schemas.openxmlformats.org/drawingml/2006/main">
              <a:ext uri="{FF2B5EF4-FFF2-40B4-BE49-F238E27FC236}">
                <a16:creationId xmlns:a16="http://schemas.microsoft.com/office/drawing/2014/main" id="{26347D98-AD19-4C3E-AB2E-FA4FBAFF7E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800" y="1638038"/>
            <a:ext cx="13236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24" name="Google Shape;324;p41">
            <a:extLst xmlns:a="http://schemas.openxmlformats.org/drawingml/2006/main">
              <a:ext uri="{FF2B5EF4-FFF2-40B4-BE49-F238E27FC236}">
                <a16:creationId xmlns:a16="http://schemas.microsoft.com/office/drawing/2014/main" id="{8360CECB-88D8-40BC-9E39-DC92A315C1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2698050" y="1609200"/>
            <a:ext cx="16257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5" name="Google Shape;325;p41">
            <a:extLst xmlns:a="http://schemas.openxmlformats.org/drawingml/2006/main">
              <a:ext uri="{FF2B5EF4-FFF2-40B4-BE49-F238E27FC236}">
                <a16:creationId xmlns:a16="http://schemas.microsoft.com/office/drawing/2014/main" id="{BED6B856-1F9F-43F6-A486-EC16D06022B0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1206799" y="3397300"/>
            <a:ext cx="13236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26" name="Google Shape;326;p41">
            <a:extLst xmlns:a="http://schemas.openxmlformats.org/drawingml/2006/main">
              <a:ext uri="{FF2B5EF4-FFF2-40B4-BE49-F238E27FC236}">
                <a16:creationId xmlns:a16="http://schemas.microsoft.com/office/drawing/2014/main" id="{FD88F774-CCF3-4A5D-BC27-B636DB63EBB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710925" y="3385700"/>
            <a:ext cx="16257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7" name="Google Shape;327;p41">
            <a:extLst xmlns:a="http://schemas.openxmlformats.org/drawingml/2006/main">
              <a:ext uri="{FF2B5EF4-FFF2-40B4-BE49-F238E27FC236}">
                <a16:creationId xmlns:a16="http://schemas.microsoft.com/office/drawing/2014/main" id="{C68DEBBD-4840-4426-ACBC-E307EEA9E63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 flipH="1">
            <a:off x="2703596" y="1961357"/>
            <a:ext cx="15990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8" name="Google Shape;328;p41">
            <a:extLst xmlns:a="http://schemas.openxmlformats.org/drawingml/2006/main">
              <a:ext uri="{FF2B5EF4-FFF2-40B4-BE49-F238E27FC236}">
                <a16:creationId xmlns:a16="http://schemas.microsoft.com/office/drawing/2014/main" id="{C664D85A-A0CC-4039-924B-FFC32FE6ED0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710925" y="3744275"/>
            <a:ext cx="16257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9" name="Google Shape;329;p41">
            <a:extLst xmlns:a="http://schemas.openxmlformats.org/drawingml/2006/main">
              <a:ext uri="{FF2B5EF4-FFF2-40B4-BE49-F238E27FC236}">
                <a16:creationId xmlns:a16="http://schemas.microsoft.com/office/drawing/2014/main" id="{8673E12B-D337-4BF5-A19A-00293D74BC2F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30" name="Google Shape;330;p41">
            <a:extLst xmlns:a="http://schemas.openxmlformats.org/drawingml/2006/main">
              <a:ext uri="{FF2B5EF4-FFF2-40B4-BE49-F238E27FC236}">
                <a16:creationId xmlns:a16="http://schemas.microsoft.com/office/drawing/2014/main" id="{F8A8A8E3-C037-4FF5-92D1-EA1ABBF1544F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869000" y="1633013"/>
            <a:ext cx="13236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31" name="Google Shape;331;p41">
            <a:extLst xmlns:a="http://schemas.openxmlformats.org/drawingml/2006/main">
              <a:ext uri="{FF2B5EF4-FFF2-40B4-BE49-F238E27FC236}">
                <a16:creationId xmlns:a16="http://schemas.microsoft.com/office/drawing/2014/main" id="{4FA7AB06-03AB-4161-A1E4-941129262455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 flipH="1">
            <a:off x="6411925" y="1609450"/>
            <a:ext cx="16080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2" name="Google Shape;332;p41">
            <a:extLst xmlns:a="http://schemas.openxmlformats.org/drawingml/2006/main">
              <a:ext uri="{FF2B5EF4-FFF2-40B4-BE49-F238E27FC236}">
                <a16:creationId xmlns:a16="http://schemas.microsoft.com/office/drawing/2014/main" id="{9094EC58-C78F-427D-B364-EE79F36F1C9C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 flipH="1">
            <a:off x="6394291" y="1963250"/>
            <a:ext cx="16080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3" name="Google Shape;333;p41">
            <a:extLst xmlns:a="http://schemas.openxmlformats.org/drawingml/2006/main">
              <a:ext uri="{FF2B5EF4-FFF2-40B4-BE49-F238E27FC236}">
                <a16:creationId xmlns:a16="http://schemas.microsoft.com/office/drawing/2014/main" id="{C5C0281E-05D4-4AA9-B7BC-37321130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480" y="0"/>
            <a:ext cx="955500" cy="955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1">
            <a:extLst xmlns:a="http://schemas.openxmlformats.org/drawingml/2006/main">
              <a:ext uri="{FF2B5EF4-FFF2-40B4-BE49-F238E27FC236}">
                <a16:creationId xmlns:a16="http://schemas.microsoft.com/office/drawing/2014/main" id="{6395CCE5-3B90-4266-9F9C-E7F0FA71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2528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1">
            <a:extLst xmlns:a="http://schemas.openxmlformats.org/drawingml/2006/main">
              <a:ext uri="{FF2B5EF4-FFF2-40B4-BE49-F238E27FC236}">
                <a16:creationId xmlns:a16="http://schemas.microsoft.com/office/drawing/2014/main" id="{0392EBEF-2712-49BE-8832-56240381E47D}"/>
              </a:ext>
            </a:extLst>
          </p:cNvPr>
          <p:cNvSpPr>
            <a:spLocks xmlns:a="http://schemas.openxmlformats.org/drawingml/2006/main" noGrp="1"/>
          </p:cNvSpPr>
          <p:nvPr>
            <p:ph type="title" idx="13" hasCustomPrompt="1"/>
          </p:nvPr>
        </p:nvSpPr>
        <p:spPr>
          <a:xfrm xmlns:a="http://schemas.openxmlformats.org/drawingml/2006/main">
            <a:off x="4869000" y="3397300"/>
            <a:ext cx="13236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36" name="Google Shape;336;p41">
            <a:extLst xmlns:a="http://schemas.openxmlformats.org/drawingml/2006/main">
              <a:ext uri="{FF2B5EF4-FFF2-40B4-BE49-F238E27FC236}">
                <a16:creationId xmlns:a16="http://schemas.microsoft.com/office/drawing/2014/main" id="{BBF2A7A0-FCF7-482C-B080-758984C0518E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 flipH="1">
            <a:off x="6383773" y="3393175"/>
            <a:ext cx="16179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7" name="Google Shape;337;p41">
            <a:extLst xmlns:a="http://schemas.openxmlformats.org/drawingml/2006/main">
              <a:ext uri="{FF2B5EF4-FFF2-40B4-BE49-F238E27FC236}">
                <a16:creationId xmlns:a16="http://schemas.microsoft.com/office/drawing/2014/main" id="{46A84D37-875B-4C36-854F-CC3C070CCA2A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 flipH="1">
            <a:off x="6391625" y="3734580"/>
            <a:ext cx="1617900" cy="61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8" name="Google Shape;338;p41">
            <a:extLst xmlns:a="http://schemas.openxmlformats.org/drawingml/2006/main">
              <a:ext uri="{FF2B5EF4-FFF2-40B4-BE49-F238E27FC236}">
                <a16:creationId xmlns:a16="http://schemas.microsoft.com/office/drawing/2014/main" id="{FFEFE67C-7259-409C-A3D7-9CCB6E7E42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1.xml><?xml version="1.0" encoding="utf-8"?>
<p:sldLayout xmlns:p="http://schemas.openxmlformats.org/presentationml/2006/main" matchingName="Title and Three Columns 3">
  <p:cSld name="CUSTOM_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0" name="Google Shape;340;p42">
            <a:extLst xmlns:a="http://schemas.openxmlformats.org/drawingml/2006/main">
              <a:ext uri="{FF2B5EF4-FFF2-40B4-BE49-F238E27FC236}">
                <a16:creationId xmlns:a16="http://schemas.microsoft.com/office/drawing/2014/main" id="{59C67E2F-BD1D-40E1-91F8-94462F6917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8750" y="2284840"/>
            <a:ext cx="15780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341" name="Google Shape;341;p42">
            <a:extLst xmlns:a="http://schemas.openxmlformats.org/drawingml/2006/main">
              <a:ext uri="{FF2B5EF4-FFF2-40B4-BE49-F238E27FC236}">
                <a16:creationId xmlns:a16="http://schemas.microsoft.com/office/drawing/2014/main" id="{47600BDE-AC40-4099-ABDC-1F51A934DC4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743100" y="2201140"/>
            <a:ext cx="1657800" cy="3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342" name="Google Shape;342;p42">
            <a:extLst xmlns:a="http://schemas.openxmlformats.org/drawingml/2006/main">
              <a:ext uri="{FF2B5EF4-FFF2-40B4-BE49-F238E27FC236}">
                <a16:creationId xmlns:a16="http://schemas.microsoft.com/office/drawing/2014/main" id="{B2078B27-75DD-48E5-AD1D-0C87FFF4152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547400" y="2284840"/>
            <a:ext cx="1657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343" name="Google Shape;343;p42">
            <a:extLst xmlns:a="http://schemas.openxmlformats.org/drawingml/2006/main">
              <a:ext uri="{FF2B5EF4-FFF2-40B4-BE49-F238E27FC236}">
                <a16:creationId xmlns:a16="http://schemas.microsoft.com/office/drawing/2014/main" id="{698D83DE-1764-4DED-9AB5-CDE404952BE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96100" y="2461475"/>
            <a:ext cx="17433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44" name="Google Shape;344;p42">
            <a:extLst xmlns:a="http://schemas.openxmlformats.org/drawingml/2006/main">
              <a:ext uri="{FF2B5EF4-FFF2-40B4-BE49-F238E27FC236}">
                <a16:creationId xmlns:a16="http://schemas.microsoft.com/office/drawing/2014/main" id="{2265530D-2B51-4342-88C7-3E999534252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700350" y="2461475"/>
            <a:ext cx="17433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45" name="Google Shape;345;p42">
            <a:extLst xmlns:a="http://schemas.openxmlformats.org/drawingml/2006/main">
              <a:ext uri="{FF2B5EF4-FFF2-40B4-BE49-F238E27FC236}">
                <a16:creationId xmlns:a16="http://schemas.microsoft.com/office/drawing/2014/main" id="{4BEF95F7-0674-462D-8B0A-0E0E0981C887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504650" y="2461475"/>
            <a:ext cx="1743300" cy="12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46" name="Google Shape;346;p42">
            <a:extLst xmlns:a="http://schemas.openxmlformats.org/drawingml/2006/main">
              <a:ext uri="{FF2B5EF4-FFF2-40B4-BE49-F238E27FC236}">
                <a16:creationId xmlns:a16="http://schemas.microsoft.com/office/drawing/2014/main" id="{289931EB-845F-4677-B72A-2AB6410B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284275" y="719125"/>
            <a:ext cx="692400" cy="69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2">
            <a:extLst xmlns:a="http://schemas.openxmlformats.org/drawingml/2006/main">
              <a:ext uri="{FF2B5EF4-FFF2-40B4-BE49-F238E27FC236}">
                <a16:creationId xmlns:a16="http://schemas.microsoft.com/office/drawing/2014/main" id="{DDB18ED1-265E-4AC1-A57B-19049B6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885400" y="4066125"/>
            <a:ext cx="692400" cy="69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2">
            <a:extLst xmlns:a="http://schemas.openxmlformats.org/drawingml/2006/main">
              <a:ext uri="{FF2B5EF4-FFF2-40B4-BE49-F238E27FC236}">
                <a16:creationId xmlns:a16="http://schemas.microsoft.com/office/drawing/2014/main" id="{191C4077-AD68-46E0-B449-360A095DE38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49" name="Google Shape;349;p42">
            <a:extLst xmlns:a="http://schemas.openxmlformats.org/drawingml/2006/main">
              <a:ext uri="{FF2B5EF4-FFF2-40B4-BE49-F238E27FC236}">
                <a16:creationId xmlns:a16="http://schemas.microsoft.com/office/drawing/2014/main" id="{9224B2C8-868A-4EF0-99FD-FD6726AD1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2.xml><?xml version="1.0" encoding="utf-8"?>
<p:sldLayout xmlns:p="http://schemas.openxmlformats.org/presentationml/2006/main" matchingName="Title and Six Columns 1">
  <p:cSld name="CUSTOM_1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1" name="Google Shape;351;p43">
            <a:extLst xmlns:a="http://schemas.openxmlformats.org/drawingml/2006/main">
              <a:ext uri="{FF2B5EF4-FFF2-40B4-BE49-F238E27FC236}">
                <a16:creationId xmlns:a16="http://schemas.microsoft.com/office/drawing/2014/main" id="{6DBE0955-0F0A-4D5C-BC6C-36BB36CF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901525" y="3692400"/>
            <a:ext cx="955500" cy="955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3">
            <a:extLst xmlns:a="http://schemas.openxmlformats.org/drawingml/2006/main">
              <a:ext uri="{FF2B5EF4-FFF2-40B4-BE49-F238E27FC236}">
                <a16:creationId xmlns:a16="http://schemas.microsoft.com/office/drawing/2014/main" id="{26A6C77A-547A-4565-B11B-76FDEB60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86150" y="72275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3">
            <a:extLst xmlns:a="http://schemas.openxmlformats.org/drawingml/2006/main">
              <a:ext uri="{FF2B5EF4-FFF2-40B4-BE49-F238E27FC236}">
                <a16:creationId xmlns:a16="http://schemas.microsoft.com/office/drawing/2014/main" id="{5DFBED36-B34F-44B6-9B91-65CDCBDF80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6" y="327500"/>
            <a:ext cx="6412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4" name="Google Shape;354;p43">
            <a:extLst xmlns:a="http://schemas.openxmlformats.org/drawingml/2006/main">
              <a:ext uri="{FF2B5EF4-FFF2-40B4-BE49-F238E27FC236}">
                <a16:creationId xmlns:a16="http://schemas.microsoft.com/office/drawing/2014/main" id="{924BE5EC-C7B3-450B-B3CC-EA7CEB81764C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148350" y="1558375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5" name="Google Shape;355;p43">
            <a:extLst xmlns:a="http://schemas.openxmlformats.org/drawingml/2006/main">
              <a:ext uri="{FF2B5EF4-FFF2-40B4-BE49-F238E27FC236}">
                <a16:creationId xmlns:a16="http://schemas.microsoft.com/office/drawing/2014/main" id="{AE9EFE4D-ED65-4782-8E74-A3313230B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8400" y="1908605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56" name="Google Shape;356;p43">
            <a:extLst xmlns:a="http://schemas.openxmlformats.org/drawingml/2006/main">
              <a:ext uri="{FF2B5EF4-FFF2-40B4-BE49-F238E27FC236}">
                <a16:creationId xmlns:a16="http://schemas.microsoft.com/office/drawing/2014/main" id="{E512B595-0167-4C7F-925A-4AEC3A0B243C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3720650" y="1558375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7" name="Google Shape;357;p43">
            <a:extLst xmlns:a="http://schemas.openxmlformats.org/drawingml/2006/main">
              <a:ext uri="{FF2B5EF4-FFF2-40B4-BE49-F238E27FC236}">
                <a16:creationId xmlns:a16="http://schemas.microsoft.com/office/drawing/2014/main" id="{0533748B-CE34-4F12-B2FB-A1549947803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720649" y="1908605"/>
            <a:ext cx="1702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58" name="Google Shape;358;p43">
            <a:extLst xmlns:a="http://schemas.openxmlformats.org/drawingml/2006/main">
              <a:ext uri="{FF2B5EF4-FFF2-40B4-BE49-F238E27FC236}">
                <a16:creationId xmlns:a16="http://schemas.microsoft.com/office/drawing/2014/main" id="{D1514BA3-8422-4255-855E-97E492E92A6E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>
            <a:off x="6432350" y="1558375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59" name="Google Shape;359;p43">
            <a:extLst xmlns:a="http://schemas.openxmlformats.org/drawingml/2006/main">
              <a:ext uri="{FF2B5EF4-FFF2-40B4-BE49-F238E27FC236}">
                <a16:creationId xmlns:a16="http://schemas.microsoft.com/office/drawing/2014/main" id="{C007A9EA-77E2-421C-A283-38AB8769021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432351" y="1908605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60" name="Google Shape;360;p43">
            <a:extLst xmlns:a="http://schemas.openxmlformats.org/drawingml/2006/main">
              <a:ext uri="{FF2B5EF4-FFF2-40B4-BE49-F238E27FC236}">
                <a16:creationId xmlns:a16="http://schemas.microsoft.com/office/drawing/2014/main" id="{6B47BFCD-8CB7-41DA-8687-E0702CABE11F}"/>
              </a:ext>
            </a:extLst>
          </p:cNvPr>
          <p:cNvSpPr>
            <a:spLocks xmlns:a="http://schemas.openxmlformats.org/drawingml/2006/main" noGrp="1"/>
          </p:cNvSpPr>
          <p:nvPr>
            <p:ph type="ctrTitle" idx="7"/>
          </p:nvPr>
        </p:nvSpPr>
        <p:spPr>
          <a:xfrm xmlns:a="http://schemas.openxmlformats.org/drawingml/2006/main">
            <a:off x="1148400" y="321885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61" name="Google Shape;361;p43">
            <a:extLst xmlns:a="http://schemas.openxmlformats.org/drawingml/2006/main">
              <a:ext uri="{FF2B5EF4-FFF2-40B4-BE49-F238E27FC236}">
                <a16:creationId xmlns:a16="http://schemas.microsoft.com/office/drawing/2014/main" id="{01A95A54-2BD9-4548-994D-30053A73262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148400" y="3578951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62" name="Google Shape;362;p43">
            <a:extLst xmlns:a="http://schemas.openxmlformats.org/drawingml/2006/main">
              <a:ext uri="{FF2B5EF4-FFF2-40B4-BE49-F238E27FC236}">
                <a16:creationId xmlns:a16="http://schemas.microsoft.com/office/drawing/2014/main" id="{2BD0F33D-AF23-4AC7-80DA-BE7B5E7B066A}"/>
              </a:ext>
            </a:extLst>
          </p:cNvPr>
          <p:cNvSpPr>
            <a:spLocks xmlns:a="http://schemas.openxmlformats.org/drawingml/2006/main" noGrp="1"/>
          </p:cNvSpPr>
          <p:nvPr>
            <p:ph type="ctrTitle" idx="9"/>
          </p:nvPr>
        </p:nvSpPr>
        <p:spPr>
          <a:xfrm xmlns:a="http://schemas.openxmlformats.org/drawingml/2006/main">
            <a:off x="3790375" y="321885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63" name="Google Shape;363;p43">
            <a:extLst xmlns:a="http://schemas.openxmlformats.org/drawingml/2006/main">
              <a:ext uri="{FF2B5EF4-FFF2-40B4-BE49-F238E27FC236}">
                <a16:creationId xmlns:a16="http://schemas.microsoft.com/office/drawing/2014/main" id="{B8F7F1A4-2513-4B78-9325-61BB8845D28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3790381" y="3578951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64" name="Google Shape;364;p43">
            <a:extLst xmlns:a="http://schemas.openxmlformats.org/drawingml/2006/main">
              <a:ext uri="{FF2B5EF4-FFF2-40B4-BE49-F238E27FC236}">
                <a16:creationId xmlns:a16="http://schemas.microsoft.com/office/drawing/2014/main" id="{D848FD42-A819-462B-94AB-0813DB939B17}"/>
              </a:ext>
            </a:extLst>
          </p:cNvPr>
          <p:cNvSpPr>
            <a:spLocks xmlns:a="http://schemas.openxmlformats.org/drawingml/2006/main" noGrp="1"/>
          </p:cNvSpPr>
          <p:nvPr>
            <p:ph type="ctrTitle" idx="14"/>
          </p:nvPr>
        </p:nvSpPr>
        <p:spPr>
          <a:xfrm xmlns:a="http://schemas.openxmlformats.org/drawingml/2006/main">
            <a:off x="6432350" y="321885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65" name="Google Shape;365;p43">
            <a:extLst xmlns:a="http://schemas.openxmlformats.org/drawingml/2006/main">
              <a:ext uri="{FF2B5EF4-FFF2-40B4-BE49-F238E27FC236}">
                <a16:creationId xmlns:a16="http://schemas.microsoft.com/office/drawing/2014/main" id="{DABC2AC0-5F83-4F00-9024-AAEB99820D97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432351" y="3578951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66" name="Google Shape;366;p43">
            <a:extLst xmlns:a="http://schemas.openxmlformats.org/drawingml/2006/main">
              <a:ext uri="{FF2B5EF4-FFF2-40B4-BE49-F238E27FC236}">
                <a16:creationId xmlns:a16="http://schemas.microsoft.com/office/drawing/2014/main" id="{D280B6A5-B104-4200-91A9-FEFFD2F445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3.xml><?xml version="1.0" encoding="utf-8"?>
<p:sldLayout xmlns:p="http://schemas.openxmlformats.org/presentationml/2006/main" matchingName="Title and Four Columns 4">
  <p:cSld name="CUSTOM_4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8" name="Google Shape;368;p44">
            <a:extLst xmlns:a="http://schemas.openxmlformats.org/drawingml/2006/main">
              <a:ext uri="{FF2B5EF4-FFF2-40B4-BE49-F238E27FC236}">
                <a16:creationId xmlns:a16="http://schemas.microsoft.com/office/drawing/2014/main" id="{A47755D5-A748-407D-8955-3DC49D2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" y="-8448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4">
            <a:extLst xmlns:a="http://schemas.openxmlformats.org/drawingml/2006/main">
              <a:ext uri="{FF2B5EF4-FFF2-40B4-BE49-F238E27FC236}">
                <a16:creationId xmlns:a16="http://schemas.microsoft.com/office/drawing/2014/main" id="{2CE7FB72-BDE7-4205-BE41-360FD540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75" y="47682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4">
            <a:extLst xmlns:a="http://schemas.openxmlformats.org/drawingml/2006/main">
              <a:ext uri="{FF2B5EF4-FFF2-40B4-BE49-F238E27FC236}">
                <a16:creationId xmlns:a16="http://schemas.microsoft.com/office/drawing/2014/main" id="{20E6FA58-9704-435C-932E-C0D4382C21C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48222" y="1578804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1" name="Google Shape;371;p44">
            <a:extLst xmlns:a="http://schemas.openxmlformats.org/drawingml/2006/main">
              <a:ext uri="{FF2B5EF4-FFF2-40B4-BE49-F238E27FC236}">
                <a16:creationId xmlns:a16="http://schemas.microsoft.com/office/drawing/2014/main" id="{D9F946DB-38E3-4304-9C88-357CE5D103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48272" y="1925698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72" name="Google Shape;372;p44">
            <a:extLst xmlns:a="http://schemas.openxmlformats.org/drawingml/2006/main">
              <a:ext uri="{FF2B5EF4-FFF2-40B4-BE49-F238E27FC236}">
                <a16:creationId xmlns:a16="http://schemas.microsoft.com/office/drawing/2014/main" id="{5E098260-B29A-4DA1-819F-9B6515EA6F62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5124776" y="1579870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3" name="Google Shape;373;p44">
            <a:extLst xmlns:a="http://schemas.openxmlformats.org/drawingml/2006/main">
              <a:ext uri="{FF2B5EF4-FFF2-40B4-BE49-F238E27FC236}">
                <a16:creationId xmlns:a16="http://schemas.microsoft.com/office/drawing/2014/main" id="{41F6FF3B-47CE-48E9-9D6C-F94DAB8B27F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124789" y="1926764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74" name="Google Shape;374;p44">
            <a:extLst xmlns:a="http://schemas.openxmlformats.org/drawingml/2006/main">
              <a:ext uri="{FF2B5EF4-FFF2-40B4-BE49-F238E27FC236}">
                <a16:creationId xmlns:a16="http://schemas.microsoft.com/office/drawing/2014/main" id="{32337AF7-66A1-460F-ACD2-312212E47DEC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2457344" y="31177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5" name="Google Shape;375;p44">
            <a:extLst xmlns:a="http://schemas.openxmlformats.org/drawingml/2006/main">
              <a:ext uri="{FF2B5EF4-FFF2-40B4-BE49-F238E27FC236}">
                <a16:creationId xmlns:a16="http://schemas.microsoft.com/office/drawing/2014/main" id="{A8CD6229-237B-4926-83E6-744AA1BEF05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457344" y="3477607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76" name="Google Shape;376;p44">
            <a:extLst xmlns:a="http://schemas.openxmlformats.org/drawingml/2006/main">
              <a:ext uri="{FF2B5EF4-FFF2-40B4-BE49-F238E27FC236}">
                <a16:creationId xmlns:a16="http://schemas.microsoft.com/office/drawing/2014/main" id="{59E3DAC4-FBDE-4A65-9CDD-7CB0CA0EE3FC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5124783" y="31177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7" name="Google Shape;377;p44">
            <a:extLst xmlns:a="http://schemas.openxmlformats.org/drawingml/2006/main">
              <a:ext uri="{FF2B5EF4-FFF2-40B4-BE49-F238E27FC236}">
                <a16:creationId xmlns:a16="http://schemas.microsoft.com/office/drawing/2014/main" id="{624E85BA-1EA8-4BFD-A2F3-16726BB29C5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5124789" y="3477607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78" name="Google Shape;378;p44">
            <a:extLst xmlns:a="http://schemas.openxmlformats.org/drawingml/2006/main">
              <a:ext uri="{FF2B5EF4-FFF2-40B4-BE49-F238E27FC236}">
                <a16:creationId xmlns:a16="http://schemas.microsoft.com/office/drawing/2014/main" id="{21564919-C70E-4E24-9CAF-93DF0752C4FC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79" name="Google Shape;379;p44">
            <a:extLst xmlns:a="http://schemas.openxmlformats.org/drawingml/2006/main">
              <a:ext uri="{FF2B5EF4-FFF2-40B4-BE49-F238E27FC236}">
                <a16:creationId xmlns:a16="http://schemas.microsoft.com/office/drawing/2014/main" id="{1773CD32-2AAE-4EFA-8BCE-99ED15C84D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4.xml><?xml version="1.0" encoding="utf-8"?>
<p:sldLayout xmlns:p="http://schemas.openxmlformats.org/presentationml/2006/main" matchingName="Title and Four Columns 5">
  <p:cSld name="CUSTOM_2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Google Shape;381;p45">
            <a:extLst xmlns:a="http://schemas.openxmlformats.org/drawingml/2006/main">
              <a:ext uri="{FF2B5EF4-FFF2-40B4-BE49-F238E27FC236}">
                <a16:creationId xmlns:a16="http://schemas.microsoft.com/office/drawing/2014/main" id="{DA584233-7E39-4533-BC1A-60851552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600" y="-10246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5">
            <a:extLst xmlns:a="http://schemas.openxmlformats.org/drawingml/2006/main">
              <a:ext uri="{FF2B5EF4-FFF2-40B4-BE49-F238E27FC236}">
                <a16:creationId xmlns:a16="http://schemas.microsoft.com/office/drawing/2014/main" id="{89934C3E-428E-46B9-A5AD-4F087A64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975" y="49287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>
            <a:extLst xmlns:a="http://schemas.openxmlformats.org/drawingml/2006/main">
              <a:ext uri="{FF2B5EF4-FFF2-40B4-BE49-F238E27FC236}">
                <a16:creationId xmlns:a16="http://schemas.microsoft.com/office/drawing/2014/main" id="{14B844E5-9BE5-421D-9AFB-9A9A8905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901525" y="3692400"/>
            <a:ext cx="955500" cy="955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5">
            <a:extLst xmlns:a="http://schemas.openxmlformats.org/drawingml/2006/main">
              <a:ext uri="{FF2B5EF4-FFF2-40B4-BE49-F238E27FC236}">
                <a16:creationId xmlns:a16="http://schemas.microsoft.com/office/drawing/2014/main" id="{18361D63-4DEF-4C4B-92C7-82F987757D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6" y="327500"/>
            <a:ext cx="6412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85" name="Google Shape;385;p45">
            <a:extLst xmlns:a="http://schemas.openxmlformats.org/drawingml/2006/main">
              <a:ext uri="{FF2B5EF4-FFF2-40B4-BE49-F238E27FC236}">
                <a16:creationId xmlns:a16="http://schemas.microsoft.com/office/drawing/2014/main" id="{F6B9663B-1D31-4CFB-9561-1491A28BC329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061109" y="1716318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86" name="Google Shape;386;p45">
            <a:extLst xmlns:a="http://schemas.openxmlformats.org/drawingml/2006/main">
              <a:ext uri="{FF2B5EF4-FFF2-40B4-BE49-F238E27FC236}">
                <a16:creationId xmlns:a16="http://schemas.microsoft.com/office/drawing/2014/main" id="{4A45C8A8-DA9F-4D29-918B-A8E3ADCF63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61109" y="2066548"/>
            <a:ext cx="1702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87" name="Google Shape;387;p45">
            <a:extLst xmlns:a="http://schemas.openxmlformats.org/drawingml/2006/main">
              <a:ext uri="{FF2B5EF4-FFF2-40B4-BE49-F238E27FC236}">
                <a16:creationId xmlns:a16="http://schemas.microsoft.com/office/drawing/2014/main" id="{3B709FA0-3C10-4526-AF3C-6C774B11FB97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6370325" y="1714400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88" name="Google Shape;388;p45">
            <a:extLst xmlns:a="http://schemas.openxmlformats.org/drawingml/2006/main">
              <a:ext uri="{FF2B5EF4-FFF2-40B4-BE49-F238E27FC236}">
                <a16:creationId xmlns:a16="http://schemas.microsoft.com/office/drawing/2014/main" id="{56D72036-59D8-472B-9EC2-62AB31097D5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370327" y="2064630"/>
            <a:ext cx="17028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89" name="Google Shape;389;p45">
            <a:extLst xmlns:a="http://schemas.openxmlformats.org/drawingml/2006/main">
              <a:ext uri="{FF2B5EF4-FFF2-40B4-BE49-F238E27FC236}">
                <a16:creationId xmlns:a16="http://schemas.microsoft.com/office/drawing/2014/main" id="{FD8C4AB1-1B44-48D2-8C26-4441D6E4D61A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>
            <a:off x="1061100" y="3332725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0" name="Google Shape;390;p45">
            <a:extLst xmlns:a="http://schemas.openxmlformats.org/drawingml/2006/main">
              <a:ext uri="{FF2B5EF4-FFF2-40B4-BE49-F238E27FC236}">
                <a16:creationId xmlns:a16="http://schemas.microsoft.com/office/drawing/2014/main" id="{971A4AC0-3545-4387-8CD4-A86F5731A124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061106" y="3673565"/>
            <a:ext cx="17028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91" name="Google Shape;391;p45">
            <a:extLst xmlns:a="http://schemas.openxmlformats.org/drawingml/2006/main">
              <a:ext uri="{FF2B5EF4-FFF2-40B4-BE49-F238E27FC236}">
                <a16:creationId xmlns:a16="http://schemas.microsoft.com/office/drawing/2014/main" id="{8FFA8783-2AC3-4F08-9F9C-E1C23AFA903C}"/>
              </a:ext>
            </a:extLst>
          </p:cNvPr>
          <p:cNvSpPr>
            <a:spLocks xmlns:a="http://schemas.openxmlformats.org/drawingml/2006/main" noGrp="1"/>
          </p:cNvSpPr>
          <p:nvPr>
            <p:ph type="ctrTitle" idx="7"/>
          </p:nvPr>
        </p:nvSpPr>
        <p:spPr>
          <a:xfrm xmlns:a="http://schemas.openxmlformats.org/drawingml/2006/main">
            <a:off x="6372946" y="3332725"/>
            <a:ext cx="17028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2" name="Google Shape;392;p45">
            <a:extLst xmlns:a="http://schemas.openxmlformats.org/drawingml/2006/main">
              <a:ext uri="{FF2B5EF4-FFF2-40B4-BE49-F238E27FC236}">
                <a16:creationId xmlns:a16="http://schemas.microsoft.com/office/drawing/2014/main" id="{43565699-D9C9-48F0-BEC9-F924EDE9898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372948" y="3673565"/>
            <a:ext cx="17028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93" name="Google Shape;393;p45">
            <a:extLst xmlns:a="http://schemas.openxmlformats.org/drawingml/2006/main">
              <a:ext uri="{FF2B5EF4-FFF2-40B4-BE49-F238E27FC236}">
                <a16:creationId xmlns:a16="http://schemas.microsoft.com/office/drawing/2014/main" id="{945DE2EF-228F-414F-A29E-4B284C6B2F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5.xml><?xml version="1.0" encoding="utf-8"?>
<p:sldLayout xmlns:p="http://schemas.openxmlformats.org/presentationml/2006/main" matchingName="Title and Two Columns 5">
  <p:cSld name="CUSTOM_6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Google Shape;395;p46">
            <a:extLst xmlns:a="http://schemas.openxmlformats.org/drawingml/2006/main">
              <a:ext uri="{FF2B5EF4-FFF2-40B4-BE49-F238E27FC236}">
                <a16:creationId xmlns:a16="http://schemas.microsoft.com/office/drawing/2014/main" id="{F4564A7A-BF0C-46FB-B1C1-649B325915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6" y="327500"/>
            <a:ext cx="6412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6" name="Google Shape;396;p46">
            <a:extLst xmlns:a="http://schemas.openxmlformats.org/drawingml/2006/main">
              <a:ext uri="{FF2B5EF4-FFF2-40B4-BE49-F238E27FC236}">
                <a16:creationId xmlns:a16="http://schemas.microsoft.com/office/drawing/2014/main" id="{F605ED25-96A3-472B-9B02-BA0162F9AAA6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501664" y="2226750"/>
            <a:ext cx="17076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7" name="Google Shape;397;p46">
            <a:extLst xmlns:a="http://schemas.openxmlformats.org/drawingml/2006/main">
              <a:ext uri="{FF2B5EF4-FFF2-40B4-BE49-F238E27FC236}">
                <a16:creationId xmlns:a16="http://schemas.microsoft.com/office/drawing/2014/main" id="{BE9FC496-178A-49EF-AE8A-F10A7605AA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1664" y="2576977"/>
            <a:ext cx="17076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98" name="Google Shape;398;p46">
            <a:extLst xmlns:a="http://schemas.openxmlformats.org/drawingml/2006/main">
              <a:ext uri="{FF2B5EF4-FFF2-40B4-BE49-F238E27FC236}">
                <a16:creationId xmlns:a16="http://schemas.microsoft.com/office/drawing/2014/main" id="{3DCE2BC0-9228-4B26-A05A-DA2B8E16D7DD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4750883" y="2226750"/>
            <a:ext cx="17076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399" name="Google Shape;399;p46">
            <a:extLst xmlns:a="http://schemas.openxmlformats.org/drawingml/2006/main">
              <a:ext uri="{FF2B5EF4-FFF2-40B4-BE49-F238E27FC236}">
                <a16:creationId xmlns:a16="http://schemas.microsoft.com/office/drawing/2014/main" id="{81CB2A83-9388-4C9E-912B-B08416BAE58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750778" y="2576975"/>
            <a:ext cx="17076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00" name="Google Shape;400;p46">
            <a:extLst xmlns:a="http://schemas.openxmlformats.org/drawingml/2006/main">
              <a:ext uri="{FF2B5EF4-FFF2-40B4-BE49-F238E27FC236}">
                <a16:creationId xmlns:a16="http://schemas.microsoft.com/office/drawing/2014/main" id="{300C024B-30E2-4593-ABC5-2F526373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81925" y="26853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6">
            <a:extLst xmlns:a="http://schemas.openxmlformats.org/drawingml/2006/main">
              <a:ext uri="{FF2B5EF4-FFF2-40B4-BE49-F238E27FC236}">
                <a16:creationId xmlns:a16="http://schemas.microsoft.com/office/drawing/2014/main" id="{6BB5456B-561C-4F97-8193-A0BCE405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700" y="-811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6">
            <a:extLst xmlns:a="http://schemas.openxmlformats.org/drawingml/2006/main">
              <a:ext uri="{FF2B5EF4-FFF2-40B4-BE49-F238E27FC236}">
                <a16:creationId xmlns:a16="http://schemas.microsoft.com/office/drawing/2014/main" id="{3A5BBC8D-9515-4815-B92C-ED266264DD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matchingName="Title and Three Columns 4">
  <p:cSld name="CUSTOM_4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4" name="Google Shape;404;p47">
            <a:extLst xmlns:a="http://schemas.openxmlformats.org/drawingml/2006/main">
              <a:ext uri="{FF2B5EF4-FFF2-40B4-BE49-F238E27FC236}">
                <a16:creationId xmlns:a16="http://schemas.microsoft.com/office/drawing/2014/main" id="{DCD9ECF3-F5B8-4B50-A37F-7ECD404ED8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6" y="327500"/>
            <a:ext cx="6412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05" name="Google Shape;405;p47">
            <a:extLst xmlns:a="http://schemas.openxmlformats.org/drawingml/2006/main">
              <a:ext uri="{FF2B5EF4-FFF2-40B4-BE49-F238E27FC236}">
                <a16:creationId xmlns:a16="http://schemas.microsoft.com/office/drawing/2014/main" id="{FF46BAE7-6425-4AD0-BD0A-6CB874ADBDE8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1986126" y="3718875"/>
            <a:ext cx="1682100" cy="447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06" name="Google Shape;406;p47">
            <a:extLst xmlns:a="http://schemas.openxmlformats.org/drawingml/2006/main">
              <a:ext uri="{FF2B5EF4-FFF2-40B4-BE49-F238E27FC236}">
                <a16:creationId xmlns:a16="http://schemas.microsoft.com/office/drawing/2014/main" id="{7E158F7F-FFFA-4579-8484-3F65B10B7B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86000" y="4070400"/>
            <a:ext cx="16821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07" name="Google Shape;407;p47">
            <a:extLst xmlns:a="http://schemas.openxmlformats.org/drawingml/2006/main">
              <a:ext uri="{FF2B5EF4-FFF2-40B4-BE49-F238E27FC236}">
                <a16:creationId xmlns:a16="http://schemas.microsoft.com/office/drawing/2014/main" id="{F26ED8F3-47A7-4A4A-A883-B6F837248572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1985997" y="2580911"/>
            <a:ext cx="1682100" cy="447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08" name="Google Shape;408;p47">
            <a:extLst xmlns:a="http://schemas.openxmlformats.org/drawingml/2006/main">
              <a:ext uri="{FF2B5EF4-FFF2-40B4-BE49-F238E27FC236}">
                <a16:creationId xmlns:a16="http://schemas.microsoft.com/office/drawing/2014/main" id="{76696D3C-6F6F-46BF-9120-C75388FD304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986003" y="2922398"/>
            <a:ext cx="16821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09" name="Google Shape;409;p47">
            <a:extLst xmlns:a="http://schemas.openxmlformats.org/drawingml/2006/main">
              <a:ext uri="{FF2B5EF4-FFF2-40B4-BE49-F238E27FC236}">
                <a16:creationId xmlns:a16="http://schemas.microsoft.com/office/drawing/2014/main" id="{9F53C5C9-CA74-446E-9E7A-266B68AC9783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>
            <a:off x="1986000" y="1446589"/>
            <a:ext cx="1682100" cy="447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10" name="Google Shape;410;p47">
            <a:extLst xmlns:a="http://schemas.openxmlformats.org/drawingml/2006/main">
              <a:ext uri="{FF2B5EF4-FFF2-40B4-BE49-F238E27FC236}">
                <a16:creationId xmlns:a16="http://schemas.microsoft.com/office/drawing/2014/main" id="{ABADC7B3-68FD-4A4D-B216-5A326682E7E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986001" y="1798214"/>
            <a:ext cx="16821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11" name="Google Shape;411;p47">
            <a:extLst xmlns:a="http://schemas.openxmlformats.org/drawingml/2006/main">
              <a:ext uri="{FF2B5EF4-FFF2-40B4-BE49-F238E27FC236}">
                <a16:creationId xmlns:a16="http://schemas.microsoft.com/office/drawing/2014/main" id="{C91528FF-F3DE-4C53-8F5C-FACB88F7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0"/>
            <a:ext cx="950400" cy="950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7">
            <a:extLst xmlns:a="http://schemas.openxmlformats.org/drawingml/2006/main">
              <a:ext uri="{FF2B5EF4-FFF2-40B4-BE49-F238E27FC236}">
                <a16:creationId xmlns:a16="http://schemas.microsoft.com/office/drawing/2014/main" id="{D0B188F8-3B64-49DF-A476-4B59C3DBF998}"/>
              </a:ext>
            </a:extLst>
          </p:cNvPr>
          <p:cNvSpPr>
            <a:spLocks xmlns:a="http://schemas.openxmlformats.org/drawingml/2006/main" noGrp="1"/>
          </p:cNvSpPr>
          <p:nvPr>
            <p:ph type="ctrTitle" idx="7"/>
          </p:nvPr>
        </p:nvSpPr>
        <p:spPr>
          <a:xfrm xmlns:a="http://schemas.openxmlformats.org/drawingml/2006/main">
            <a:off x="670400" y="3718875"/>
            <a:ext cx="1118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13" name="Google Shape;413;p47">
            <a:extLst xmlns:a="http://schemas.openxmlformats.org/drawingml/2006/main">
              <a:ext uri="{FF2B5EF4-FFF2-40B4-BE49-F238E27FC236}">
                <a16:creationId xmlns:a16="http://schemas.microsoft.com/office/drawing/2014/main" id="{4D41B91C-4B04-4BCA-94AD-A613E51C6AE8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695989" y="2580900"/>
            <a:ext cx="1118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14" name="Google Shape;414;p47">
            <a:extLst xmlns:a="http://schemas.openxmlformats.org/drawingml/2006/main">
              <a:ext uri="{FF2B5EF4-FFF2-40B4-BE49-F238E27FC236}">
                <a16:creationId xmlns:a16="http://schemas.microsoft.com/office/drawing/2014/main" id="{D5CB36BC-30E2-4975-BBEF-039BC0A445B9}"/>
              </a:ext>
            </a:extLst>
          </p:cNvPr>
          <p:cNvSpPr>
            <a:spLocks xmlns:a="http://schemas.openxmlformats.org/drawingml/2006/main" noGrp="1"/>
          </p:cNvSpPr>
          <p:nvPr>
            <p:ph type="ctrTitle" idx="9"/>
          </p:nvPr>
        </p:nvSpPr>
        <p:spPr>
          <a:xfrm xmlns:a="http://schemas.openxmlformats.org/drawingml/2006/main">
            <a:off x="695989" y="1442925"/>
            <a:ext cx="1118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15" name="Google Shape;415;p47">
            <a:extLst xmlns:a="http://schemas.openxmlformats.org/drawingml/2006/main">
              <a:ext uri="{FF2B5EF4-FFF2-40B4-BE49-F238E27FC236}">
                <a16:creationId xmlns:a16="http://schemas.microsoft.com/office/drawing/2014/main" id="{15D4EF4C-8667-499E-B671-BE13B8A0A3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7.xml><?xml version="1.0" encoding="utf-8"?>
<p:sldLayout xmlns:p="http://schemas.openxmlformats.org/presentationml/2006/main" matchingName="Title and Three Columns 5">
  <p:cSld name="CUSTOM_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7" name="Google Shape;417;p48">
            <a:extLst xmlns:a="http://schemas.openxmlformats.org/drawingml/2006/main">
              <a:ext uri="{FF2B5EF4-FFF2-40B4-BE49-F238E27FC236}">
                <a16:creationId xmlns:a16="http://schemas.microsoft.com/office/drawing/2014/main" id="{41981792-4C6D-421B-9D27-A7B35672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586425" y="271400"/>
            <a:ext cx="885300" cy="8853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8">
            <a:extLst xmlns:a="http://schemas.openxmlformats.org/drawingml/2006/main">
              <a:ext uri="{FF2B5EF4-FFF2-40B4-BE49-F238E27FC236}">
                <a16:creationId xmlns:a16="http://schemas.microsoft.com/office/drawing/2014/main" id="{6B873EA9-87A5-4B2F-9B0E-9DC4529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200" y="392057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8">
            <a:extLst xmlns:a="http://schemas.openxmlformats.org/drawingml/2006/main">
              <a:ext uri="{FF2B5EF4-FFF2-40B4-BE49-F238E27FC236}">
                <a16:creationId xmlns:a16="http://schemas.microsoft.com/office/drawing/2014/main" id="{49235BF3-6A01-404F-84D4-E503824E14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99050" y="3862625"/>
            <a:ext cx="2440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20" name="Google Shape;420;p48">
            <a:extLst xmlns:a="http://schemas.openxmlformats.org/drawingml/2006/main">
              <a:ext uri="{FF2B5EF4-FFF2-40B4-BE49-F238E27FC236}">
                <a16:creationId xmlns:a16="http://schemas.microsoft.com/office/drawing/2014/main" id="{519A3DED-0286-475B-AEE9-97A2E91222B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36550" y="3862625"/>
            <a:ext cx="2470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21" name="Google Shape;421;p48">
            <a:extLst xmlns:a="http://schemas.openxmlformats.org/drawingml/2006/main">
              <a:ext uri="{FF2B5EF4-FFF2-40B4-BE49-F238E27FC236}">
                <a16:creationId xmlns:a16="http://schemas.microsoft.com/office/drawing/2014/main" id="{2E122ED4-3F88-41EB-AA2B-6372D50BA56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99050" y="1247500"/>
            <a:ext cx="24405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22" name="Google Shape;422;p48">
            <a:extLst xmlns:a="http://schemas.openxmlformats.org/drawingml/2006/main">
              <a:ext uri="{FF2B5EF4-FFF2-40B4-BE49-F238E27FC236}">
                <a16:creationId xmlns:a16="http://schemas.microsoft.com/office/drawing/2014/main" id="{9561CEA9-BF69-4DAD-B126-AE14A7A632FF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365525" y="1247500"/>
            <a:ext cx="24129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23" name="Google Shape;423;p48">
            <a:extLst xmlns:a="http://schemas.openxmlformats.org/drawingml/2006/main">
              <a:ext uri="{FF2B5EF4-FFF2-40B4-BE49-F238E27FC236}">
                <a16:creationId xmlns:a16="http://schemas.microsoft.com/office/drawing/2014/main" id="{5096B7EE-EA73-414B-82A9-A29942ADF064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78125" y="3862625"/>
            <a:ext cx="24708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24" name="Google Shape;424;p48">
            <a:extLst xmlns:a="http://schemas.openxmlformats.org/drawingml/2006/main">
              <a:ext uri="{FF2B5EF4-FFF2-40B4-BE49-F238E27FC236}">
                <a16:creationId xmlns:a16="http://schemas.microsoft.com/office/drawing/2014/main" id="{D99E2C1E-CD46-4918-8268-104A4F3CA02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07100" y="1247500"/>
            <a:ext cx="2412900" cy="94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25" name="Google Shape;425;p48">
            <a:extLst xmlns:a="http://schemas.openxmlformats.org/drawingml/2006/main">
              <a:ext uri="{FF2B5EF4-FFF2-40B4-BE49-F238E27FC236}">
                <a16:creationId xmlns:a16="http://schemas.microsoft.com/office/drawing/2014/main" id="{DDB44302-4B1C-4BA5-AFD7-AEA935687B6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26" name="Google Shape;426;p48">
            <a:extLst xmlns:a="http://schemas.openxmlformats.org/drawingml/2006/main">
              <a:ext uri="{FF2B5EF4-FFF2-40B4-BE49-F238E27FC236}">
                <a16:creationId xmlns:a16="http://schemas.microsoft.com/office/drawing/2014/main" id="{8E25BD58-D72A-48B2-A0F8-04708A73D4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8.xml><?xml version="1.0" encoding="utf-8"?>
<p:sldLayout xmlns:p="http://schemas.openxmlformats.org/presentationml/2006/main" matchingName="Title and Two Columns 6">
  <p:cSld name="CUSTOM_3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9">
            <a:extLst xmlns:a="http://schemas.openxmlformats.org/drawingml/2006/main">
              <a:ext uri="{FF2B5EF4-FFF2-40B4-BE49-F238E27FC236}">
                <a16:creationId xmlns:a16="http://schemas.microsoft.com/office/drawing/2014/main" id="{42549F53-EF9D-495A-82CB-BB73470E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639550" y="2252600"/>
            <a:ext cx="885300" cy="8853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9">
            <a:extLst xmlns:a="http://schemas.openxmlformats.org/drawingml/2006/main">
              <a:ext uri="{FF2B5EF4-FFF2-40B4-BE49-F238E27FC236}">
                <a16:creationId xmlns:a16="http://schemas.microsoft.com/office/drawing/2014/main" id="{4758F847-D902-4CB7-BDAC-E38CECC4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9525" y="-9525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9">
            <a:extLst xmlns:a="http://schemas.openxmlformats.org/drawingml/2006/main">
              <a:ext uri="{FF2B5EF4-FFF2-40B4-BE49-F238E27FC236}">
                <a16:creationId xmlns:a16="http://schemas.microsoft.com/office/drawing/2014/main" id="{E8545AAC-C6AE-4D3C-BC7B-8EDE58C62B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51676" y="1969738"/>
            <a:ext cx="2947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31" name="Google Shape;431;p49">
            <a:extLst xmlns:a="http://schemas.openxmlformats.org/drawingml/2006/main">
              <a:ext uri="{FF2B5EF4-FFF2-40B4-BE49-F238E27FC236}">
                <a16:creationId xmlns:a16="http://schemas.microsoft.com/office/drawing/2014/main" id="{217E133D-B197-4EF7-A44B-09A057C1885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751675" y="1564113"/>
            <a:ext cx="2947500" cy="52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32" name="Google Shape;432;p49">
            <a:extLst xmlns:a="http://schemas.openxmlformats.org/drawingml/2006/main">
              <a:ext uri="{FF2B5EF4-FFF2-40B4-BE49-F238E27FC236}">
                <a16:creationId xmlns:a16="http://schemas.microsoft.com/office/drawing/2014/main" id="{AC1CB06C-6538-4CB5-911D-A24920620E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33" name="Google Shape;433;p49">
            <a:extLst xmlns:a="http://schemas.openxmlformats.org/drawingml/2006/main">
              <a:ext uri="{FF2B5EF4-FFF2-40B4-BE49-F238E27FC236}">
                <a16:creationId xmlns:a16="http://schemas.microsoft.com/office/drawing/2014/main" id="{040FC810-439F-4B56-988A-BC3E5B35680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424526" y="3868650"/>
            <a:ext cx="2947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34" name="Google Shape;434;p49">
            <a:extLst xmlns:a="http://schemas.openxmlformats.org/drawingml/2006/main">
              <a:ext uri="{FF2B5EF4-FFF2-40B4-BE49-F238E27FC236}">
                <a16:creationId xmlns:a16="http://schemas.microsoft.com/office/drawing/2014/main" id="{D83E3420-2FE0-4464-8BDB-980F6067CD6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424525" y="3474374"/>
            <a:ext cx="2947500" cy="52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35" name="Google Shape;435;p49">
            <a:extLst xmlns:a="http://schemas.openxmlformats.org/drawingml/2006/main">
              <a:ext uri="{FF2B5EF4-FFF2-40B4-BE49-F238E27FC236}">
                <a16:creationId xmlns:a16="http://schemas.microsoft.com/office/drawing/2014/main" id="{8BFBE1F2-9C98-4A06-86D1-D41D0D286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9.xml><?xml version="1.0" encoding="utf-8"?>
<p:sldLayout xmlns:p="http://schemas.openxmlformats.org/presentationml/2006/main" matchingName="Title and Three Columns 6">
  <p:cSld name="CUSTOM_1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7" name="Google Shape;437;p50">
            <a:extLst xmlns:a="http://schemas.openxmlformats.org/drawingml/2006/main">
              <a:ext uri="{FF2B5EF4-FFF2-40B4-BE49-F238E27FC236}">
                <a16:creationId xmlns:a16="http://schemas.microsoft.com/office/drawing/2014/main" id="{59E39DA1-5972-4EB9-992C-61C9A5C0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50" y="9465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0">
            <a:extLst xmlns:a="http://schemas.openxmlformats.org/drawingml/2006/main">
              <a:ext uri="{FF2B5EF4-FFF2-40B4-BE49-F238E27FC236}">
                <a16:creationId xmlns:a16="http://schemas.microsoft.com/office/drawing/2014/main" id="{80C575CE-0255-4E4F-822C-5D0C1320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00" y="34842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0">
            <a:extLst xmlns:a="http://schemas.openxmlformats.org/drawingml/2006/main">
              <a:ext uri="{FF2B5EF4-FFF2-40B4-BE49-F238E27FC236}">
                <a16:creationId xmlns:a16="http://schemas.microsoft.com/office/drawing/2014/main" id="{3D8A48C5-00D6-42EB-A04E-18A8D13AB6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94950" y="1423200"/>
            <a:ext cx="2440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40" name="Google Shape;440;p50">
            <a:extLst xmlns:a="http://schemas.openxmlformats.org/drawingml/2006/main">
              <a:ext uri="{FF2B5EF4-FFF2-40B4-BE49-F238E27FC236}">
                <a16:creationId xmlns:a16="http://schemas.microsoft.com/office/drawing/2014/main" id="{4FC1CD37-B3A3-4D2F-B32E-2FA4AD50FF8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594961" y="2427100"/>
            <a:ext cx="2440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41" name="Google Shape;441;p50">
            <a:extLst xmlns:a="http://schemas.openxmlformats.org/drawingml/2006/main">
              <a:ext uri="{FF2B5EF4-FFF2-40B4-BE49-F238E27FC236}">
                <a16:creationId xmlns:a16="http://schemas.microsoft.com/office/drawing/2014/main" id="{6773DFA3-6500-4365-9FFF-C67FC3CC757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594962" y="3475737"/>
            <a:ext cx="24405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42" name="Google Shape;442;p50">
            <a:extLst xmlns:a="http://schemas.openxmlformats.org/drawingml/2006/main">
              <a:ext uri="{FF2B5EF4-FFF2-40B4-BE49-F238E27FC236}">
                <a16:creationId xmlns:a16="http://schemas.microsoft.com/office/drawing/2014/main" id="{1AD2DAF6-ADA7-4ECE-976D-BAFCB55762A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138482" y="352750"/>
            <a:ext cx="23892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43" name="Google Shape;443;p50">
            <a:extLst xmlns:a="http://schemas.openxmlformats.org/drawingml/2006/main">
              <a:ext uri="{FF2B5EF4-FFF2-40B4-BE49-F238E27FC236}">
                <a16:creationId xmlns:a16="http://schemas.microsoft.com/office/drawing/2014/main" id="{57794B8A-130D-4B77-BDB2-3B9A66B150A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594949" y="1603725"/>
            <a:ext cx="24405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44" name="Google Shape;444;p50">
            <a:extLst xmlns:a="http://schemas.openxmlformats.org/drawingml/2006/main">
              <a:ext uri="{FF2B5EF4-FFF2-40B4-BE49-F238E27FC236}">
                <a16:creationId xmlns:a16="http://schemas.microsoft.com/office/drawing/2014/main" id="{7CD058B2-C870-4CFF-80F8-55D9482FDDD2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594949" y="2612948"/>
            <a:ext cx="24405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45" name="Google Shape;445;p50">
            <a:extLst xmlns:a="http://schemas.openxmlformats.org/drawingml/2006/main">
              <a:ext uri="{FF2B5EF4-FFF2-40B4-BE49-F238E27FC236}">
                <a16:creationId xmlns:a16="http://schemas.microsoft.com/office/drawing/2014/main" id="{08EA00F5-4800-45E1-A267-4C89E032B0F9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594939" y="3645066"/>
            <a:ext cx="24405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46" name="Google Shape;446;p50">
            <a:extLst xmlns:a="http://schemas.openxmlformats.org/drawingml/2006/main">
              <a:ext uri="{FF2B5EF4-FFF2-40B4-BE49-F238E27FC236}">
                <a16:creationId xmlns:a16="http://schemas.microsoft.com/office/drawing/2014/main" id="{6AEDB06F-CC15-4E01-BCD2-2A44C6F26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0.xml><?xml version="1.0" encoding="utf-8"?>
<p:sldLayout xmlns:p="http://schemas.openxmlformats.org/presentationml/2006/main" matchingName="Title and Two Columns 7">
  <p:cSld name="CUSTOM_4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8" name="Google Shape;448;p51">
            <a:extLst xmlns:a="http://schemas.openxmlformats.org/drawingml/2006/main">
              <a:ext uri="{FF2B5EF4-FFF2-40B4-BE49-F238E27FC236}">
                <a16:creationId xmlns:a16="http://schemas.microsoft.com/office/drawing/2014/main" id="{BE6CEB0D-58DD-45A1-AFC2-73CC9A4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50" y="9465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1">
            <a:extLst xmlns:a="http://schemas.openxmlformats.org/drawingml/2006/main">
              <a:ext uri="{FF2B5EF4-FFF2-40B4-BE49-F238E27FC236}">
                <a16:creationId xmlns:a16="http://schemas.microsoft.com/office/drawing/2014/main" id="{9C02AC8A-CA6F-408D-8396-6F98757D64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9801" y="3019266"/>
            <a:ext cx="25869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50" name="Google Shape;450;p51">
            <a:extLst xmlns:a="http://schemas.openxmlformats.org/drawingml/2006/main">
              <a:ext uri="{FF2B5EF4-FFF2-40B4-BE49-F238E27FC236}">
                <a16:creationId xmlns:a16="http://schemas.microsoft.com/office/drawing/2014/main" id="{EC79C567-E7FF-46D5-B13C-4B5CAFC92E0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911206" y="3040012"/>
            <a:ext cx="25869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51" name="Google Shape;451;p51">
            <a:extLst xmlns:a="http://schemas.openxmlformats.org/drawingml/2006/main">
              <a:ext uri="{FF2B5EF4-FFF2-40B4-BE49-F238E27FC236}">
                <a16:creationId xmlns:a16="http://schemas.microsoft.com/office/drawing/2014/main" id="{FE753B23-8F9D-412C-A398-CDFF110D26F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138482" y="352750"/>
            <a:ext cx="23892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52" name="Google Shape;452;p51">
            <a:extLst xmlns:a="http://schemas.openxmlformats.org/drawingml/2006/main">
              <a:ext uri="{FF2B5EF4-FFF2-40B4-BE49-F238E27FC236}">
                <a16:creationId xmlns:a16="http://schemas.microsoft.com/office/drawing/2014/main" id="{5B053C75-934F-431B-A377-5BE8AB2BC9D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49801" y="3199800"/>
            <a:ext cx="25869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53" name="Google Shape;453;p51">
            <a:extLst xmlns:a="http://schemas.openxmlformats.org/drawingml/2006/main">
              <a:ext uri="{FF2B5EF4-FFF2-40B4-BE49-F238E27FC236}">
                <a16:creationId xmlns:a16="http://schemas.microsoft.com/office/drawing/2014/main" id="{E147D6B0-8EA0-4F86-A961-0405650BA91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911182" y="3215722"/>
            <a:ext cx="2586900" cy="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54" name="Google Shape;454;p51">
            <a:extLst xmlns:a="http://schemas.openxmlformats.org/drawingml/2006/main">
              <a:ext uri="{FF2B5EF4-FFF2-40B4-BE49-F238E27FC236}">
                <a16:creationId xmlns:a16="http://schemas.microsoft.com/office/drawing/2014/main" id="{5AD1A7C5-2C70-49B4-87FA-F85CD9B7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4157100"/>
            <a:ext cx="986400" cy="986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1">
            <a:extLst xmlns:a="http://schemas.openxmlformats.org/drawingml/2006/main">
              <a:ext uri="{FF2B5EF4-FFF2-40B4-BE49-F238E27FC236}">
                <a16:creationId xmlns:a16="http://schemas.microsoft.com/office/drawing/2014/main" id="{99E2A008-BFDC-4E44-90DF-ED7BD962BC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1.xml><?xml version="1.0" encoding="utf-8"?>
<p:sldLayout xmlns:p="http://schemas.openxmlformats.org/presentationml/2006/main" matchingName="Title and Four Columns 6">
  <p:cSld name="CUSTOM_1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7" name="Google Shape;457;p52">
            <a:extLst xmlns:a="http://schemas.openxmlformats.org/drawingml/2006/main">
              <a:ext uri="{FF2B5EF4-FFF2-40B4-BE49-F238E27FC236}">
                <a16:creationId xmlns:a16="http://schemas.microsoft.com/office/drawing/2014/main" id="{E8868A13-A6A8-4C5C-9B67-FD6E9C69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" y="-8448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2">
            <a:extLst xmlns:a="http://schemas.openxmlformats.org/drawingml/2006/main">
              <a:ext uri="{FF2B5EF4-FFF2-40B4-BE49-F238E27FC236}">
                <a16:creationId xmlns:a16="http://schemas.microsoft.com/office/drawing/2014/main" id="{211E01D8-9937-4A4E-A844-54483A0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75" y="47682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2">
            <a:extLst xmlns:a="http://schemas.openxmlformats.org/drawingml/2006/main">
              <a:ext uri="{FF2B5EF4-FFF2-40B4-BE49-F238E27FC236}">
                <a16:creationId xmlns:a16="http://schemas.microsoft.com/office/drawing/2014/main" id="{F0DB6A50-EB2F-46A3-81FC-C417315E2E5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905422" y="1578804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0" name="Google Shape;460;p52">
            <a:extLst xmlns:a="http://schemas.openxmlformats.org/drawingml/2006/main">
              <a:ext uri="{FF2B5EF4-FFF2-40B4-BE49-F238E27FC236}">
                <a16:creationId xmlns:a16="http://schemas.microsoft.com/office/drawing/2014/main" id="{00E021FC-E41C-4FB5-A91F-293D86F409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05472" y="1935836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61" name="Google Shape;461;p52">
            <a:extLst xmlns:a="http://schemas.openxmlformats.org/drawingml/2006/main">
              <a:ext uri="{FF2B5EF4-FFF2-40B4-BE49-F238E27FC236}">
                <a16:creationId xmlns:a16="http://schemas.microsoft.com/office/drawing/2014/main" id="{38DC8845-BD63-40B4-89AB-AA0CC25C84C7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4591376" y="1569732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2" name="Google Shape;462;p52">
            <a:extLst xmlns:a="http://schemas.openxmlformats.org/drawingml/2006/main">
              <a:ext uri="{FF2B5EF4-FFF2-40B4-BE49-F238E27FC236}">
                <a16:creationId xmlns:a16="http://schemas.microsoft.com/office/drawing/2014/main" id="{348DE950-A5BE-4A4F-8207-DD377C25F7E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591389" y="1926764"/>
            <a:ext cx="1563300" cy="56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63" name="Google Shape;463;p52">
            <a:extLst xmlns:a="http://schemas.openxmlformats.org/drawingml/2006/main">
              <a:ext uri="{FF2B5EF4-FFF2-40B4-BE49-F238E27FC236}">
                <a16:creationId xmlns:a16="http://schemas.microsoft.com/office/drawing/2014/main" id="{A742F67C-8849-40D0-B41B-58AF013EA99B}"/>
              </a:ext>
            </a:extLst>
          </p:cNvPr>
          <p:cNvSpPr>
            <a:spLocks xmlns:a="http://schemas.openxmlformats.org/drawingml/2006/main" noGrp="1"/>
          </p:cNvSpPr>
          <p:nvPr>
            <p:ph type="ctrTitle" idx="4"/>
          </p:nvPr>
        </p:nvSpPr>
        <p:spPr>
          <a:xfrm xmlns:a="http://schemas.openxmlformats.org/drawingml/2006/main">
            <a:off x="2914544" y="31177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4" name="Google Shape;464;p52">
            <a:extLst xmlns:a="http://schemas.openxmlformats.org/drawingml/2006/main">
              <a:ext uri="{FF2B5EF4-FFF2-40B4-BE49-F238E27FC236}">
                <a16:creationId xmlns:a16="http://schemas.microsoft.com/office/drawing/2014/main" id="{41938B0B-EBE0-456D-9C05-4DA9761F748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914544" y="3487744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65" name="Google Shape;465;p52">
            <a:extLst xmlns:a="http://schemas.openxmlformats.org/drawingml/2006/main">
              <a:ext uri="{FF2B5EF4-FFF2-40B4-BE49-F238E27FC236}">
                <a16:creationId xmlns:a16="http://schemas.microsoft.com/office/drawing/2014/main" id="{D2295B74-2882-467D-8D26-B097B6FE25F6}"/>
              </a:ext>
            </a:extLst>
          </p:cNvPr>
          <p:cNvSpPr>
            <a:spLocks xmlns:a="http://schemas.openxmlformats.org/drawingml/2006/main" noGrp="1"/>
          </p:cNvSpPr>
          <p:nvPr>
            <p:ph type="ctrTitle" idx="6"/>
          </p:nvPr>
        </p:nvSpPr>
        <p:spPr>
          <a:xfrm xmlns:a="http://schemas.openxmlformats.org/drawingml/2006/main">
            <a:off x="4591383" y="3117721"/>
            <a:ext cx="1563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6" name="Google Shape;466;p52">
            <a:extLst xmlns:a="http://schemas.openxmlformats.org/drawingml/2006/main">
              <a:ext uri="{FF2B5EF4-FFF2-40B4-BE49-F238E27FC236}">
                <a16:creationId xmlns:a16="http://schemas.microsoft.com/office/drawing/2014/main" id="{A6C6227C-56A8-4111-A199-8C8BD7B4659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591389" y="3487744"/>
            <a:ext cx="1563300" cy="52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67" name="Google Shape;467;p52">
            <a:extLst xmlns:a="http://schemas.openxmlformats.org/drawingml/2006/main">
              <a:ext uri="{FF2B5EF4-FFF2-40B4-BE49-F238E27FC236}">
                <a16:creationId xmlns:a16="http://schemas.microsoft.com/office/drawing/2014/main" id="{00D5D261-9AFA-42E4-BB3C-B49F9D908AAD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68" name="Google Shape;468;p52">
            <a:extLst xmlns:a="http://schemas.openxmlformats.org/drawingml/2006/main">
              <a:ext uri="{FF2B5EF4-FFF2-40B4-BE49-F238E27FC236}">
                <a16:creationId xmlns:a16="http://schemas.microsoft.com/office/drawing/2014/main" id="{18A0EB42-79C7-41B8-ACBA-23FDECAAFF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2.xml><?xml version="1.0" encoding="utf-8"?>
<p:sldLayout xmlns:p="http://schemas.openxmlformats.org/presentationml/2006/main" matchingName="Section Header 1">
  <p:cSld name="CUSTOM_4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Google Shape;470;p53">
            <a:extLst xmlns:a="http://schemas.openxmlformats.org/drawingml/2006/main">
              <a:ext uri="{FF2B5EF4-FFF2-40B4-BE49-F238E27FC236}">
                <a16:creationId xmlns:a16="http://schemas.microsoft.com/office/drawing/2014/main" id="{949D0470-EEEF-42FD-9F7B-36A34181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440425" y="4146350"/>
            <a:ext cx="1369200" cy="13692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3">
            <a:extLst xmlns:a="http://schemas.openxmlformats.org/drawingml/2006/main">
              <a:ext uri="{FF2B5EF4-FFF2-40B4-BE49-F238E27FC236}">
                <a16:creationId xmlns:a16="http://schemas.microsoft.com/office/drawing/2014/main" id="{C7014C07-EBEE-44AC-8469-2CC9B1605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76750" y="3038432"/>
            <a:ext cx="32565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472" name="Google Shape;472;p53">
            <a:extLst xmlns:a="http://schemas.openxmlformats.org/drawingml/2006/main">
              <a:ext uri="{FF2B5EF4-FFF2-40B4-BE49-F238E27FC236}">
                <a16:creationId xmlns:a16="http://schemas.microsoft.com/office/drawing/2014/main" id="{1F79FADD-2E87-4F7F-86C8-3F267A20DD2E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5334850" y="997169"/>
            <a:ext cx="2940300" cy="136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73" name="Google Shape;473;p53">
            <a:extLst xmlns:a="http://schemas.openxmlformats.org/drawingml/2006/main">
              <a:ext uri="{FF2B5EF4-FFF2-40B4-BE49-F238E27FC236}">
                <a16:creationId xmlns:a16="http://schemas.microsoft.com/office/drawing/2014/main" id="{0460D196-7C81-44A9-AE32-41B0D8575E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flipH="1">
            <a:off x="5573650" y="3727856"/>
            <a:ext cx="2462700" cy="36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74" name="Google Shape;474;p53">
            <a:extLst xmlns:a="http://schemas.openxmlformats.org/drawingml/2006/main">
              <a:ext uri="{FF2B5EF4-FFF2-40B4-BE49-F238E27FC236}">
                <a16:creationId xmlns:a16="http://schemas.microsoft.com/office/drawing/2014/main" id="{A832CC39-8292-4B73-9F13-EAA07B28E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3.xml><?xml version="1.0" encoding="utf-8"?>
<p:sldLayout xmlns:p="http://schemas.openxmlformats.org/presentationml/2006/main" matchingName="Title Only 6">
  <p:cSld name="CUSTOM_2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6" name="Google Shape;476;p54">
            <a:extLst xmlns:a="http://schemas.openxmlformats.org/drawingml/2006/main">
              <a:ext uri="{FF2B5EF4-FFF2-40B4-BE49-F238E27FC236}">
                <a16:creationId xmlns:a16="http://schemas.microsoft.com/office/drawing/2014/main" id="{159BA769-643A-414D-9BCD-30A4141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51394" y="3667539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4">
            <a:extLst xmlns:a="http://schemas.openxmlformats.org/drawingml/2006/main">
              <a:ext uri="{FF2B5EF4-FFF2-40B4-BE49-F238E27FC236}">
                <a16:creationId xmlns:a16="http://schemas.microsoft.com/office/drawing/2014/main" id="{3ACEFE6A-66B2-47AF-B8F0-1741E850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615556" y="392264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4">
            <a:extLst xmlns:a="http://schemas.openxmlformats.org/drawingml/2006/main">
              <a:ext uri="{FF2B5EF4-FFF2-40B4-BE49-F238E27FC236}">
                <a16:creationId xmlns:a16="http://schemas.microsoft.com/office/drawing/2014/main" id="{78E044C8-A8EC-43B2-9F99-0BDEEA5EA49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79" name="Google Shape;479;p54">
            <a:extLst xmlns:a="http://schemas.openxmlformats.org/drawingml/2006/main">
              <a:ext uri="{FF2B5EF4-FFF2-40B4-BE49-F238E27FC236}">
                <a16:creationId xmlns:a16="http://schemas.microsoft.com/office/drawing/2014/main" id="{B0736198-49CD-485F-9426-4737BEC66A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4.xml><?xml version="1.0" encoding="utf-8"?>
<p:sldLayout xmlns:p="http://schemas.openxmlformats.org/presentationml/2006/main" matchingName="Title and Text 4">
  <p:cSld name="CUSTOM_4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1" name="Google Shape;481;p55">
            <a:extLst xmlns:a="http://schemas.openxmlformats.org/drawingml/2006/main">
              <a:ext uri="{FF2B5EF4-FFF2-40B4-BE49-F238E27FC236}">
                <a16:creationId xmlns:a16="http://schemas.microsoft.com/office/drawing/2014/main" id="{BF0B6D44-D6F7-4FDA-A8C9-B73185F7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847294" y="1265339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5">
            <a:extLst xmlns:a="http://schemas.openxmlformats.org/drawingml/2006/main">
              <a:ext uri="{FF2B5EF4-FFF2-40B4-BE49-F238E27FC236}">
                <a16:creationId xmlns:a16="http://schemas.microsoft.com/office/drawing/2014/main" id="{C280DB36-645C-440C-B85C-BA970637A7E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83" name="Google Shape;483;p55">
            <a:extLst xmlns:a="http://schemas.openxmlformats.org/drawingml/2006/main">
              <a:ext uri="{FF2B5EF4-FFF2-40B4-BE49-F238E27FC236}">
                <a16:creationId xmlns:a16="http://schemas.microsoft.com/office/drawing/2014/main" id="{1D296160-9EBA-4AE2-AF94-924C042BF3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7450" y="1923600"/>
            <a:ext cx="28941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84" name="Google Shape;484;p55">
            <a:extLst xmlns:a="http://schemas.openxmlformats.org/drawingml/2006/main">
              <a:ext uri="{FF2B5EF4-FFF2-40B4-BE49-F238E27FC236}">
                <a16:creationId xmlns:a16="http://schemas.microsoft.com/office/drawing/2014/main" id="{DB0D97A1-395E-4358-AF5F-C7C821E1AAD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57450" y="2532900"/>
            <a:ext cx="2894100" cy="121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85" name="Google Shape;485;p55">
            <a:extLst xmlns:a="http://schemas.openxmlformats.org/drawingml/2006/main">
              <a:ext uri="{FF2B5EF4-FFF2-40B4-BE49-F238E27FC236}">
                <a16:creationId xmlns:a16="http://schemas.microsoft.com/office/drawing/2014/main" id="{4ABD9EA7-387D-4BD8-876D-52F1654A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65775" y="915512"/>
            <a:ext cx="3993600" cy="39936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5">
            <a:extLst xmlns:a="http://schemas.openxmlformats.org/drawingml/2006/main">
              <a:ext uri="{FF2B5EF4-FFF2-40B4-BE49-F238E27FC236}">
                <a16:creationId xmlns:a16="http://schemas.microsoft.com/office/drawing/2014/main" id="{746C4CD2-0BF1-42D8-AF93-56255B6D90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5.xml><?xml version="1.0" encoding="utf-8"?>
<p:sldLayout xmlns:p="http://schemas.openxmlformats.org/presentationml/2006/main" matchingName="Title and Text 5">
  <p:cSld name="CUSTOM_5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" name="Google Shape;488;p56">
            <a:extLst xmlns:a="http://schemas.openxmlformats.org/drawingml/2006/main">
              <a:ext uri="{FF2B5EF4-FFF2-40B4-BE49-F238E27FC236}">
                <a16:creationId xmlns:a16="http://schemas.microsoft.com/office/drawing/2014/main" id="{4A8F8E2D-2E62-40EE-A742-EA2413EA8CF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489" name="Google Shape;489;p56">
            <a:extLst xmlns:a="http://schemas.openxmlformats.org/drawingml/2006/main">
              <a:ext uri="{FF2B5EF4-FFF2-40B4-BE49-F238E27FC236}">
                <a16:creationId xmlns:a16="http://schemas.microsoft.com/office/drawing/2014/main" id="{D4FD7828-B4E3-4D8B-87BC-F8BE0B8002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184600" y="2516525"/>
            <a:ext cx="2951100" cy="27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</a:defRPr>
            </a:lvl9pPr>
          </a:lstStyle>
          <a:p xmlns:a="http://schemas.openxmlformats.org/drawingml/2006/main"/>
        </p:txBody>
      </p:sp>
      <p:sp>
        <p:nvSpPr>
          <p:cNvPr id="490" name="Google Shape;490;p56">
            <a:extLst xmlns:a="http://schemas.openxmlformats.org/drawingml/2006/main">
              <a:ext uri="{FF2B5EF4-FFF2-40B4-BE49-F238E27FC236}">
                <a16:creationId xmlns:a16="http://schemas.microsoft.com/office/drawing/2014/main" id="{4091D1D9-20E1-45E2-901F-2FBE5233A61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184600" y="2876199"/>
            <a:ext cx="2951100" cy="121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491" name="Google Shape;491;p56">
            <a:extLst xmlns:a="http://schemas.openxmlformats.org/drawingml/2006/main">
              <a:ext uri="{FF2B5EF4-FFF2-40B4-BE49-F238E27FC236}">
                <a16:creationId xmlns:a16="http://schemas.microsoft.com/office/drawing/2014/main" id="{BBD2AFDA-3972-4588-B2B7-A2BB5027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615556" y="392264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6">
            <a:extLst xmlns:a="http://schemas.openxmlformats.org/drawingml/2006/main">
              <a:ext uri="{FF2B5EF4-FFF2-40B4-BE49-F238E27FC236}">
                <a16:creationId xmlns:a16="http://schemas.microsoft.com/office/drawing/2014/main" id="{4FDC3B64-5759-45EA-BB41-14B56B05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4576225" y="1059225"/>
            <a:ext cx="4467900" cy="44679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6">
            <a:extLst xmlns:a="http://schemas.openxmlformats.org/drawingml/2006/main">
              <a:ext uri="{FF2B5EF4-FFF2-40B4-BE49-F238E27FC236}">
                <a16:creationId xmlns:a16="http://schemas.microsoft.com/office/drawing/2014/main" id="{2640A3D0-1A60-4830-9D3F-A8911647DE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6.xml><?xml version="1.0" encoding="utf-8"?>
<p:sldLayout xmlns:p="http://schemas.openxmlformats.org/presentationml/2006/main" matchingName="Thanks 1">
  <p:cSld name="CUSTOM_2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5" name="Google Shape;495;p57">
            <a:extLst xmlns:a="http://schemas.openxmlformats.org/drawingml/2006/main">
              <a:ext uri="{FF2B5EF4-FFF2-40B4-BE49-F238E27FC236}">
                <a16:creationId xmlns:a16="http://schemas.microsoft.com/office/drawing/2014/main" id="{71AAA66F-8323-4B02-B67A-3E75F3EF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900" y="-32175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7">
            <a:extLst xmlns:a="http://schemas.openxmlformats.org/drawingml/2006/main">
              <a:ext uri="{FF2B5EF4-FFF2-40B4-BE49-F238E27FC236}">
                <a16:creationId xmlns:a16="http://schemas.microsoft.com/office/drawing/2014/main" id="{C0A7C590-AB61-46D7-891F-F94BD2A9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25" y="4840800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7">
            <a:extLst xmlns:a="http://schemas.openxmlformats.org/drawingml/2006/main">
              <a:ext uri="{FF2B5EF4-FFF2-40B4-BE49-F238E27FC236}">
                <a16:creationId xmlns:a16="http://schemas.microsoft.com/office/drawing/2014/main" id="{31DA9DB6-EF7D-4896-9CED-7D9E4AB198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1461" y="387025"/>
            <a:ext cx="3162000" cy="112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2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498" name="Google Shape;498;p57">
            <a:extLst xmlns:a="http://schemas.openxmlformats.org/drawingml/2006/main">
              <a:ext uri="{FF2B5EF4-FFF2-40B4-BE49-F238E27FC236}">
                <a16:creationId xmlns:a16="http://schemas.microsoft.com/office/drawing/2014/main" id="{3FB3B8A5-A4FB-4EAC-9139-A03EF08FAD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1461" y="1560992"/>
            <a:ext cx="2960400" cy="13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99" name="Google Shape;499;p57">
            <a:extLst xmlns:a="http://schemas.openxmlformats.org/drawingml/2006/main">
              <a:ext uri="{FF2B5EF4-FFF2-40B4-BE49-F238E27FC236}">
                <a16:creationId xmlns:a16="http://schemas.microsoft.com/office/drawing/2014/main" id="{296F430C-BF66-4DAE-9F3C-EDA11F15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77" y="3394125"/>
            <a:ext cx="3231000" cy="93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Lato Light"/>
                <a:ea typeface="Lato Light"/>
                <a:cs typeface="Lato Light"/>
              </a:rPr>
              <a:t>CREDITS: This presentation template was created by </a:t>
            </a:r>
            <a:r>
              <a:rPr sz="1200">
                <a:solidFill>
                  <a:schemeClr val="dk1"/>
                </a:solidFill>
                <a:latin typeface="Lato"/>
                <a:ea typeface="Lato"/>
                <a:cs typeface="Lato"/>
              </a:rPr>
              <a:t>Slidesgo</a:t>
            </a:r>
            <a:r>
              <a:rPr sz="1200">
                <a:solidFill>
                  <a:schemeClr val="dk1"/>
                </a:solidFill>
                <a:latin typeface="Lato Light"/>
                <a:ea typeface="Lato Light"/>
                <a:cs typeface="Lato Light"/>
              </a:rPr>
              <a:t>, including icons by </a:t>
            </a:r>
            <a:r>
              <a:rPr sz="1200">
                <a:solidFill>
                  <a:schemeClr val="dk1"/>
                </a:solidFill>
                <a:latin typeface="Lato"/>
                <a:ea typeface="Lato"/>
                <a:cs typeface="Lato"/>
              </a:rPr>
              <a:t>Flaticon</a:t>
            </a:r>
            <a:r>
              <a:rPr sz="1200">
                <a:solidFill>
                  <a:schemeClr val="dk1"/>
                </a:solidFill>
                <a:latin typeface="Lato Light"/>
                <a:ea typeface="Lato Light"/>
                <a:cs typeface="Lato Light"/>
              </a:rPr>
              <a:t>, and infographics &amp; images by </a:t>
            </a:r>
            <a:r>
              <a:rPr sz="1200">
                <a:solidFill>
                  <a:schemeClr val="dk1"/>
                </a:solidFill>
                <a:latin typeface="Lato"/>
                <a:ea typeface="Lato"/>
                <a:cs typeface="Lato"/>
              </a:rPr>
              <a:t>Freepik</a:t>
            </a:r>
            <a:endParaRPr sz="1200">
              <a:solidFill>
                <a:schemeClr val="dk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500" name="Google Shape;500;p57">
            <a:extLst xmlns:a="http://schemas.openxmlformats.org/drawingml/2006/main">
              <a:ext uri="{FF2B5EF4-FFF2-40B4-BE49-F238E27FC236}">
                <a16:creationId xmlns:a16="http://schemas.microsoft.com/office/drawing/2014/main" id="{032D7FEA-9CF3-4EED-8269-47D56030A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7.xml><?xml version="1.0" encoding="utf-8"?>
<p:sldLayout xmlns:p="http://schemas.openxmlformats.org/presentationml/2006/main" matchingName="Title and Text 6">
  <p:cSld name="CUSTOM_2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2" name="Google Shape;502;p58">
            <a:extLst xmlns:a="http://schemas.openxmlformats.org/drawingml/2006/main">
              <a:ext uri="{FF2B5EF4-FFF2-40B4-BE49-F238E27FC236}">
                <a16:creationId xmlns:a16="http://schemas.microsoft.com/office/drawing/2014/main" id="{776B647E-8E94-4E27-B080-8DE0B702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7875" y="374160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8">
            <a:extLst xmlns:a="http://schemas.openxmlformats.org/drawingml/2006/main">
              <a:ext uri="{FF2B5EF4-FFF2-40B4-BE49-F238E27FC236}">
                <a16:creationId xmlns:a16="http://schemas.microsoft.com/office/drawing/2014/main" id="{7DE11DD9-265C-47FE-B22A-289521DD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025" y="1010350"/>
            <a:ext cx="1027500" cy="1027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8">
            <a:extLst xmlns:a="http://schemas.openxmlformats.org/drawingml/2006/main">
              <a:ext uri="{FF2B5EF4-FFF2-40B4-BE49-F238E27FC236}">
                <a16:creationId xmlns:a16="http://schemas.microsoft.com/office/drawing/2014/main" id="{D2322415-0D41-461A-A48F-30AF8355B6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4450" y="1389600"/>
            <a:ext cx="76668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05" name="Google Shape;505;p58">
            <a:extLst xmlns:a="http://schemas.openxmlformats.org/drawingml/2006/main">
              <a:ext uri="{FF2B5EF4-FFF2-40B4-BE49-F238E27FC236}">
                <a16:creationId xmlns:a16="http://schemas.microsoft.com/office/drawing/2014/main" id="{6F14CBCE-1321-4DD4-B18E-7142367E75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506" name="Google Shape;506;p58">
            <a:extLst xmlns:a="http://schemas.openxmlformats.org/drawingml/2006/main">
              <a:ext uri="{FF2B5EF4-FFF2-40B4-BE49-F238E27FC236}">
                <a16:creationId xmlns:a16="http://schemas.microsoft.com/office/drawing/2014/main" id="{6D468DF4-6542-40FF-BD5A-1D5E0E286D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8.xml><?xml version="1.0" encoding="utf-8"?>
<p:sldLayout xmlns:p="http://schemas.openxmlformats.org/presentationml/2006/main" matchingName="Title and Two Columns 8">
  <p:cSld name="CUSTOM_2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59">
            <a:extLst xmlns:a="http://schemas.openxmlformats.org/drawingml/2006/main">
              <a:ext uri="{FF2B5EF4-FFF2-40B4-BE49-F238E27FC236}">
                <a16:creationId xmlns:a16="http://schemas.microsoft.com/office/drawing/2014/main" id="{B3E79EC1-B238-42ED-9D0A-96A6460ED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4450" y="1389600"/>
            <a:ext cx="37896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09" name="Google Shape;509;p59">
            <a:extLst xmlns:a="http://schemas.openxmlformats.org/drawingml/2006/main">
              <a:ext uri="{FF2B5EF4-FFF2-40B4-BE49-F238E27FC236}">
                <a16:creationId xmlns:a16="http://schemas.microsoft.com/office/drawing/2014/main" id="{70E9BB55-F2E1-43D4-9373-2B398F143F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4450" y="1389600"/>
            <a:ext cx="37896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10" name="Google Shape;510;p59">
            <a:extLst xmlns:a="http://schemas.openxmlformats.org/drawingml/2006/main">
              <a:ext uri="{FF2B5EF4-FFF2-40B4-BE49-F238E27FC236}">
                <a16:creationId xmlns:a16="http://schemas.microsoft.com/office/drawing/2014/main" id="{9F2FB731-3045-40D5-842A-A15B4FCA52A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798783" y="1389600"/>
            <a:ext cx="37896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11" name="Google Shape;511;p59">
            <a:extLst xmlns:a="http://schemas.openxmlformats.org/drawingml/2006/main">
              <a:ext uri="{FF2B5EF4-FFF2-40B4-BE49-F238E27FC236}">
                <a16:creationId xmlns:a16="http://schemas.microsoft.com/office/drawing/2014/main" id="{E68700E8-8F9C-4F1D-9CC9-FB1CDEB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125" y="4058475"/>
            <a:ext cx="670500" cy="670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9">
            <a:extLst xmlns:a="http://schemas.openxmlformats.org/drawingml/2006/main">
              <a:ext uri="{FF2B5EF4-FFF2-40B4-BE49-F238E27FC236}">
                <a16:creationId xmlns:a16="http://schemas.microsoft.com/office/drawing/2014/main" id="{A4FAFDFA-A39F-429A-B896-27950947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2375" y="540000"/>
            <a:ext cx="670500" cy="6705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9">
            <a:extLst xmlns:a="http://schemas.openxmlformats.org/drawingml/2006/main">
              <a:ext uri="{FF2B5EF4-FFF2-40B4-BE49-F238E27FC236}">
                <a16:creationId xmlns:a16="http://schemas.microsoft.com/office/drawing/2014/main" id="{2E44FA1D-2747-4584-B708-5CDED75BE15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65725" y="327500"/>
            <a:ext cx="6412500" cy="62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</a:defRPr>
            </a:lvl9pPr>
          </a:lstStyle>
          <a:p xmlns:a="http://schemas.openxmlformats.org/drawingml/2006/main"/>
        </p:txBody>
      </p:sp>
      <p:sp>
        <p:nvSpPr>
          <p:cNvPr id="514" name="Google Shape;514;p59">
            <a:extLst xmlns:a="http://schemas.openxmlformats.org/drawingml/2006/main">
              <a:ext uri="{FF2B5EF4-FFF2-40B4-BE49-F238E27FC236}">
                <a16:creationId xmlns:a16="http://schemas.microsoft.com/office/drawing/2014/main" id="{7C5DE3D7-E2A0-4903-8DA6-DFCDE5594D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9.xml><?xml version="1.0" encoding="utf-8"?>
<p:sldLayout xmlns:p="http://schemas.openxmlformats.org/presentationml/2006/main" matchingName="Background 1">
  <p:cSld name="CUSTOM_5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Google Shape;516;p60">
            <a:extLst xmlns:a="http://schemas.openxmlformats.org/drawingml/2006/main">
              <a:ext uri="{FF2B5EF4-FFF2-40B4-BE49-F238E27FC236}">
                <a16:creationId xmlns:a16="http://schemas.microsoft.com/office/drawing/2014/main" id="{CEAC37EB-AD32-4781-BBEB-7D3F00E2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51394" y="3667539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0">
            <a:extLst xmlns:a="http://schemas.openxmlformats.org/drawingml/2006/main">
              <a:ext uri="{FF2B5EF4-FFF2-40B4-BE49-F238E27FC236}">
                <a16:creationId xmlns:a16="http://schemas.microsoft.com/office/drawing/2014/main" id="{8560954F-B1DC-49E7-8526-3A6C50D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615556" y="392264"/>
            <a:ext cx="1562400" cy="15624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0">
            <a:extLst xmlns:a="http://schemas.openxmlformats.org/drawingml/2006/main">
              <a:ext uri="{FF2B5EF4-FFF2-40B4-BE49-F238E27FC236}">
                <a16:creationId xmlns:a16="http://schemas.microsoft.com/office/drawing/2014/main" id="{4C81E082-013A-4908-8E87-D7C64B51A0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0.xml><?xml version="1.0" encoding="utf-8"?>
<p:sldLayout xmlns:p="http://schemas.openxmlformats.org/presentationml/2006/main" matchingName="Background 2">
  <p:cSld name="CUSTOM_5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0" name="Google Shape;520;p61">
            <a:extLst xmlns:a="http://schemas.openxmlformats.org/drawingml/2006/main">
              <a:ext uri="{FF2B5EF4-FFF2-40B4-BE49-F238E27FC236}">
                <a16:creationId xmlns:a16="http://schemas.microsoft.com/office/drawing/2014/main" id="{C3D1667A-05AF-4393-BF78-FB898C8C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" y="-844875"/>
            <a:ext cx="1316100" cy="13161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1">
            <a:extLst xmlns:a="http://schemas.openxmlformats.org/drawingml/2006/main">
              <a:ext uri="{FF2B5EF4-FFF2-40B4-BE49-F238E27FC236}">
                <a16:creationId xmlns:a16="http://schemas.microsoft.com/office/drawing/2014/main" id="{2514EE4A-3544-4113-8F1B-CD86F5D7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175" y="4768200"/>
            <a:ext cx="890700" cy="890700"/>
          </a:xfrm>
          <a:prstGeom xmlns:a="http://schemas.openxmlformats.org/drawingml/2006/main" prst="teardrop">
            <a:avLst>
              <a:gd name="adj" fmla="val 1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1">
            <a:extLst xmlns:a="http://schemas.openxmlformats.org/drawingml/2006/main">
              <a:ext uri="{FF2B5EF4-FFF2-40B4-BE49-F238E27FC236}">
                <a16:creationId xmlns:a16="http://schemas.microsoft.com/office/drawing/2014/main" id="{8EF4D89F-C0F5-4F07-8733-3C40F22598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1.xml><?xml version="1.0" encoding="utf-8"?>
<p:sldLayout xmlns:p="http://schemas.openxmlformats.org/presentationml/2006/main" matchingName="Background 3">
  <p:cSld name="CUSTOM_5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4" name="Google Shape;524;p62">
            <a:extLst xmlns:a="http://schemas.openxmlformats.org/drawingml/2006/main">
              <a:ext uri="{FF2B5EF4-FFF2-40B4-BE49-F238E27FC236}">
                <a16:creationId xmlns:a16="http://schemas.microsoft.com/office/drawing/2014/main" id="{058CE732-1B9B-4A43-B0E6-BD4C880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00" y="733500"/>
            <a:ext cx="6724800" cy="367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2">
            <a:extLst xmlns:a="http://schemas.openxmlformats.org/drawingml/2006/main">
              <a:ext uri="{FF2B5EF4-FFF2-40B4-BE49-F238E27FC236}">
                <a16:creationId xmlns:a16="http://schemas.microsoft.com/office/drawing/2014/main" id="{F91FE7F7-5B6C-46B4-88BE-995755654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2.xml><?xml version="1.0" encoding="utf-8"?>
<p:sldLayout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1" name="Google Shape;531;p64">
            <a:extLst xmlns:a="http://schemas.openxmlformats.org/drawingml/2006/main">
              <a:ext uri="{FF2B5EF4-FFF2-40B4-BE49-F238E27FC236}">
                <a16:creationId xmlns:a16="http://schemas.microsoft.com/office/drawing/2014/main" id="{DC6984B2-087E-45B5-809E-D2B6F06B9C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69043ca858415b" /><Relationship Type="http://schemas.openxmlformats.org/officeDocument/2006/relationships/slideLayout" Target="/ppt/slideLayouts/slideLayout1.xml" Id="R69065137f4f347e9" /><Relationship Type="http://schemas.openxmlformats.org/officeDocument/2006/relationships/slideLayout" Target="/ppt/slideLayouts/slideLayout2.xml" Id="R0f4d2eb828f34365" /><Relationship Type="http://schemas.openxmlformats.org/officeDocument/2006/relationships/slideLayout" Target="/ppt/slideLayouts/slideLayout3.xml" Id="Rea28958241564b7c" /><Relationship Type="http://schemas.openxmlformats.org/officeDocument/2006/relationships/slideLayout" Target="/ppt/slideLayouts/slideLayout4.xml" Id="R2f617044a2f14516" /><Relationship Type="http://schemas.openxmlformats.org/officeDocument/2006/relationships/slideLayout" Target="/ppt/slideLayouts/slideLayout5.xml" Id="Re89a291c0b8847f3" /><Relationship Type="http://schemas.openxmlformats.org/officeDocument/2006/relationships/slideLayout" Target="/ppt/slideLayouts/slideLayout6.xml" Id="Ree891fd138a74c8b" /><Relationship Type="http://schemas.openxmlformats.org/officeDocument/2006/relationships/slideLayout" Target="/ppt/slideLayouts/slideLayout7.xml" Id="Rafd7c735afe14917" /><Relationship Type="http://schemas.openxmlformats.org/officeDocument/2006/relationships/slideLayout" Target="/ppt/slideLayouts/slideLayout8.xml" Id="R873d5c6b846745f6" /><Relationship Type="http://schemas.openxmlformats.org/officeDocument/2006/relationships/slideLayout" Target="/ppt/slideLayouts/slideLayout9.xml" Id="R3b4586e9262f4b55" /><Relationship Type="http://schemas.openxmlformats.org/officeDocument/2006/relationships/slideLayout" Target="/ppt/slideLayouts/slideLayout10.xml" Id="R060253c2ed9c4548" /><Relationship Type="http://schemas.openxmlformats.org/officeDocument/2006/relationships/slideLayout" Target="/ppt/slideLayouts/slideLayout11.xml" Id="R057e73495dff4f85" /><Relationship Type="http://schemas.openxmlformats.org/officeDocument/2006/relationships/slideLayout" Target="/ppt/slideLayouts/slideLayout12.xml" Id="R18523f4d08524dd9" /><Relationship Type="http://schemas.openxmlformats.org/officeDocument/2006/relationships/slideLayout" Target="/ppt/slideLayouts/slideLayout13.xml" Id="R109124d376bf4705" /><Relationship Type="http://schemas.openxmlformats.org/officeDocument/2006/relationships/slideLayout" Target="/ppt/slideLayouts/slideLayout14.xml" Id="Rec91d22adbdb4e8b" /><Relationship Type="http://schemas.openxmlformats.org/officeDocument/2006/relationships/slideLayout" Target="/ppt/slideLayouts/slideLayout15.xml" Id="Re5ddc6e799c44c9a" /><Relationship Type="http://schemas.openxmlformats.org/officeDocument/2006/relationships/slideLayout" Target="/ppt/slideLayouts/slideLayout16.xml" Id="R05465912c90f40e1" /><Relationship Type="http://schemas.openxmlformats.org/officeDocument/2006/relationships/slideLayout" Target="/ppt/slideLayouts/slideLayout17.xml" Id="R9f22c735c3384d22" /><Relationship Type="http://schemas.openxmlformats.org/officeDocument/2006/relationships/slideLayout" Target="/ppt/slideLayouts/slideLayout18.xml" Id="Re9b1c84d612d4d8b" /><Relationship Type="http://schemas.openxmlformats.org/officeDocument/2006/relationships/slideLayout" Target="/ppt/slideLayouts/slideLayout19.xml" Id="R22f334fc585944ee" /><Relationship Type="http://schemas.openxmlformats.org/officeDocument/2006/relationships/slideLayout" Target="/ppt/slideLayouts/slideLayout20.xml" Id="R6612ad5e1bdf42bc" /><Relationship Type="http://schemas.openxmlformats.org/officeDocument/2006/relationships/slideLayout" Target="/ppt/slideLayouts/slideLayout21.xml" Id="R1933e39f4fe749ff" /><Relationship Type="http://schemas.openxmlformats.org/officeDocument/2006/relationships/slideLayout" Target="/ppt/slideLayouts/slideLayout22.xml" Id="R2ce7bdacbd00495b" /><Relationship Type="http://schemas.openxmlformats.org/officeDocument/2006/relationships/slideLayout" Target="/ppt/slideLayouts/slideLayout23.xml" Id="Rd4be96a74a874795" /><Relationship Type="http://schemas.openxmlformats.org/officeDocument/2006/relationships/slideLayout" Target="/ppt/slideLayouts/slideLayout24.xml" Id="Ra93bbea9dbd74de1" /><Relationship Type="http://schemas.openxmlformats.org/officeDocument/2006/relationships/slideLayout" Target="/ppt/slideLayouts/slideLayout25.xml" Id="R38b79f47f4eb4fac" /><Relationship Type="http://schemas.openxmlformats.org/officeDocument/2006/relationships/slideLayout" Target="/ppt/slideLayouts/slideLayout26.xml" Id="Re5fcc42b00454c62" /><Relationship Type="http://schemas.openxmlformats.org/officeDocument/2006/relationships/slideLayout" Target="/ppt/slideLayouts/slideLayout27.xml" Id="Rf31755667c924071" /><Relationship Type="http://schemas.openxmlformats.org/officeDocument/2006/relationships/slideLayout" Target="/ppt/slideLayouts/slideLayout28.xml" Id="Rf00d7e1c981947b8" /><Relationship Type="http://schemas.openxmlformats.org/officeDocument/2006/relationships/slideLayout" Target="/ppt/slideLayouts/slideLayout29.xml" Id="R1dfdacdf868042d4" /><Relationship Type="http://schemas.openxmlformats.org/officeDocument/2006/relationships/slideLayout" Target="/ppt/slideLayouts/slideLayout30.xml" Id="R4f8ce45cf2034586" /><Relationship Type="http://schemas.openxmlformats.org/officeDocument/2006/relationships/slideLayout" Target="/ppt/slideLayouts/slideLayout31.xml" Id="R1a501499c7f243e1" /><Relationship Type="http://schemas.openxmlformats.org/officeDocument/2006/relationships/slideLayout" Target="/ppt/slideLayouts/slideLayout32.xml" Id="Rc83f6a75f3ff453e" /><Relationship Type="http://schemas.openxmlformats.org/officeDocument/2006/relationships/slideLayout" Target="/ppt/slideLayouts/slideLayout33.xml" Id="Ra7769988719347aa" /><Relationship Type="http://schemas.openxmlformats.org/officeDocument/2006/relationships/slideLayout" Target="/ppt/slideLayouts/slideLayout34.xml" Id="R8b65b27092be4d59" /><Relationship Type="http://schemas.openxmlformats.org/officeDocument/2006/relationships/slideLayout" Target="/ppt/slideLayouts/slideLayout35.xml" Id="R9c93c60aa9884e19" /><Relationship Type="http://schemas.openxmlformats.org/officeDocument/2006/relationships/slideLayout" Target="/ppt/slideLayouts/slideLayout36.xml" Id="R4147c305c351488e" /><Relationship Type="http://schemas.openxmlformats.org/officeDocument/2006/relationships/slideLayout" Target="/ppt/slideLayouts/slideLayout37.xml" Id="R46ba94fbcd3441c8" /><Relationship Type="http://schemas.openxmlformats.org/officeDocument/2006/relationships/slideLayout" Target="/ppt/slideLayouts/slideLayout38.xml" Id="R6e4f62893b3a46ec" /><Relationship Type="http://schemas.openxmlformats.org/officeDocument/2006/relationships/slideLayout" Target="/ppt/slideLayouts/slideLayout39.xml" Id="R12f7436881e24020" /><Relationship Type="http://schemas.openxmlformats.org/officeDocument/2006/relationships/slideLayout" Target="/ppt/slideLayouts/slideLayout40.xml" Id="R9afd4193759e4f2b" /><Relationship Type="http://schemas.openxmlformats.org/officeDocument/2006/relationships/slideLayout" Target="/ppt/slideLayouts/slideLayout41.xml" Id="R18d9a7c81c324c08" /><Relationship Type="http://schemas.openxmlformats.org/officeDocument/2006/relationships/slideLayout" Target="/ppt/slideLayouts/slideLayout42.xml" Id="R0717da2d35f34468" /><Relationship Type="http://schemas.openxmlformats.org/officeDocument/2006/relationships/slideLayout" Target="/ppt/slideLayouts/slideLayout43.xml" Id="Rb4270a54a631483b" /><Relationship Type="http://schemas.openxmlformats.org/officeDocument/2006/relationships/slideLayout" Target="/ppt/slideLayouts/slideLayout44.xml" Id="R2a3eed0a7bee4233" /><Relationship Type="http://schemas.openxmlformats.org/officeDocument/2006/relationships/slideLayout" Target="/ppt/slideLayouts/slideLayout45.xml" Id="R48ea697b95914c5f" /><Relationship Type="http://schemas.openxmlformats.org/officeDocument/2006/relationships/slideLayout" Target="/ppt/slideLayouts/slideLayout46.xml" Id="R24b3b39be4f84ba0" /><Relationship Type="http://schemas.openxmlformats.org/officeDocument/2006/relationships/slideLayout" Target="/ppt/slideLayouts/slideLayout47.xml" Id="R9e1ee9690bff428b" /><Relationship Type="http://schemas.openxmlformats.org/officeDocument/2006/relationships/slideLayout" Target="/ppt/slideLayouts/slideLayout48.xml" Id="Rac750d79658c4975" /><Relationship Type="http://schemas.openxmlformats.org/officeDocument/2006/relationships/slideLayout" Target="/ppt/slideLayouts/slideLayout49.xml" Id="Rc3b8a947673e49c4" /><Relationship Type="http://schemas.openxmlformats.org/officeDocument/2006/relationships/slideLayout" Target="/ppt/slideLayouts/slideLayout50.xml" Id="R2a035c204bb5421a" /><Relationship Type="http://schemas.openxmlformats.org/officeDocument/2006/relationships/slideLayout" Target="/ppt/slideLayouts/slideLayout51.xml" Id="Re31ac14c731f47c9" /><Relationship Type="http://schemas.openxmlformats.org/officeDocument/2006/relationships/slideLayout" Target="/ppt/slideLayouts/slideLayout52.xml" Id="R3f18e42bc94d474f" /><Relationship Type="http://schemas.openxmlformats.org/officeDocument/2006/relationships/slideLayout" Target="/ppt/slideLayouts/slideLayout53.xml" Id="R804b42c37a634944" /><Relationship Type="http://schemas.openxmlformats.org/officeDocument/2006/relationships/slideLayout" Target="/ppt/slideLayouts/slideLayout54.xml" Id="R00d7750453124e05" /><Relationship Type="http://schemas.openxmlformats.org/officeDocument/2006/relationships/slideLayout" Target="/ppt/slideLayouts/slideLayout55.xml" Id="Rcab64770c4dd43c5" /><Relationship Type="http://schemas.openxmlformats.org/officeDocument/2006/relationships/slideLayout" Target="/ppt/slideLayouts/slideLayout56.xml" Id="R3e3b0e69c2ae4c04" /><Relationship Type="http://schemas.openxmlformats.org/officeDocument/2006/relationships/slideLayout" Target="/ppt/slideLayouts/slideLayout57.xml" Id="Re560cecf608b405e" /><Relationship Type="http://schemas.openxmlformats.org/officeDocument/2006/relationships/slideLayout" Target="/ppt/slideLayouts/slideLayout58.xml" Id="R5f584b8df4974189" /><Relationship Type="http://schemas.openxmlformats.org/officeDocument/2006/relationships/slideLayout" Target="/ppt/slideLayouts/slideLayout59.xml" Id="R457526d364584ea6" /><Relationship Type="http://schemas.openxmlformats.org/officeDocument/2006/relationships/slideLayout" Target="/ppt/slideLayouts/slideLayout60.xml" Id="R1d0ceb1db62e4ed6" /><Relationship Type="http://schemas.openxmlformats.org/officeDocument/2006/relationships/slideLayout" Target="/ppt/slideLayouts/slideLayout61.xml" Id="Rd304b8d43b85455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96bf1cd40fb4cf4" /><Relationship Type="http://schemas.openxmlformats.org/officeDocument/2006/relationships/slideLayout" Target="/ppt/slideLayouts/slideLayout62.xml" Id="R7fd2306894384e15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FFB8070-BA80-4940-82B0-364E99902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 Medium"/>
              <a:buNone/>
              <a:defRPr sz="2800">
                <a:solidFill>
                  <a:schemeClr val="dk1"/>
                </a:solidFill>
                <a:latin typeface="Livvic Medium"/>
                <a:ea typeface="Livvic Medium"/>
                <a:cs typeface="Livvic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>
                <a:solidFill>
                  <a:schemeClr val="dk1"/>
                </a:solidFill>
                <a:latin typeface="Livvic"/>
                <a:ea typeface="Livvic"/>
                <a:cs typeface="Livvic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2F28438-246A-41BE-8564-77B7DF8A11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Char char="●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■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●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■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●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 Light"/>
              <a:buChar char="■"/>
              <a:defRPr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EEBDC66-A45E-4187-8AAC-360B11F67C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1"/>
                </a:solidFill>
              </a:defRPr>
            </a:lvl1pPr>
            <a:lvl2pPr algn="r">
              <a:buNone/>
              <a:defRPr sz="1300">
                <a:solidFill>
                  <a:schemeClr val="dk1"/>
                </a:solidFill>
              </a:defRPr>
            </a:lvl2pPr>
            <a:lvl3pPr algn="r">
              <a:buNone/>
              <a:defRPr sz="1300">
                <a:solidFill>
                  <a:schemeClr val="dk1"/>
                </a:solidFill>
              </a:defRPr>
            </a:lvl3pPr>
            <a:lvl4pPr algn="r">
              <a:buNone/>
              <a:defRPr sz="1300">
                <a:solidFill>
                  <a:schemeClr val="dk1"/>
                </a:solidFill>
              </a:defRPr>
            </a:lvl4pPr>
            <a:lvl5pPr algn="r">
              <a:buNone/>
              <a:defRPr sz="1300">
                <a:solidFill>
                  <a:schemeClr val="dk1"/>
                </a:solidFill>
              </a:defRPr>
            </a:lvl5pPr>
            <a:lvl6pPr algn="r">
              <a:buNone/>
              <a:defRPr sz="1300">
                <a:solidFill>
                  <a:schemeClr val="dk1"/>
                </a:solidFill>
              </a:defRPr>
            </a:lvl6pPr>
            <a:lvl7pPr algn="r">
              <a:buNone/>
              <a:defRPr sz="1300">
                <a:solidFill>
                  <a:schemeClr val="dk1"/>
                </a:solidFill>
              </a:defRPr>
            </a:lvl7pPr>
            <a:lvl8pPr algn="r">
              <a:buNone/>
              <a:defRPr sz="1300">
                <a:solidFill>
                  <a:schemeClr val="dk1"/>
                </a:solidFill>
              </a:defRPr>
            </a:lvl8pPr>
            <a:lvl9pPr algn="r">
              <a:buNone/>
              <a:defRPr sz="1300">
                <a:solidFill>
                  <a:schemeClr val="dk1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065137f4f347e9"/>
    <p:sldLayoutId xmlns:r="http://schemas.openxmlformats.org/officeDocument/2006/relationships" id="2147483650" r:id="R0f4d2eb828f34365"/>
    <p:sldLayoutId xmlns:r="http://schemas.openxmlformats.org/officeDocument/2006/relationships" id="2147483651" r:id="Rea28958241564b7c"/>
    <p:sldLayoutId xmlns:r="http://schemas.openxmlformats.org/officeDocument/2006/relationships" id="2147483652" r:id="R2f617044a2f14516"/>
    <p:sldLayoutId xmlns:r="http://schemas.openxmlformats.org/officeDocument/2006/relationships" id="2147483653" r:id="Re89a291c0b8847f3"/>
    <p:sldLayoutId xmlns:r="http://schemas.openxmlformats.org/officeDocument/2006/relationships" id="2147483654" r:id="Ree891fd138a74c8b"/>
    <p:sldLayoutId xmlns:r="http://schemas.openxmlformats.org/officeDocument/2006/relationships" id="2147483655" r:id="Rafd7c735afe14917"/>
    <p:sldLayoutId xmlns:r="http://schemas.openxmlformats.org/officeDocument/2006/relationships" id="2147483656" r:id="R873d5c6b846745f6"/>
    <p:sldLayoutId xmlns:r="http://schemas.openxmlformats.org/officeDocument/2006/relationships" id="2147483657" r:id="R3b4586e9262f4b55"/>
    <p:sldLayoutId xmlns:r="http://schemas.openxmlformats.org/officeDocument/2006/relationships" id="2147483658" r:id="R060253c2ed9c4548"/>
    <p:sldLayoutId xmlns:r="http://schemas.openxmlformats.org/officeDocument/2006/relationships" id="2147483659" r:id="R057e73495dff4f85"/>
    <p:sldLayoutId xmlns:r="http://schemas.openxmlformats.org/officeDocument/2006/relationships" id="2147483660" r:id="R18523f4d08524dd9"/>
    <p:sldLayoutId xmlns:r="http://schemas.openxmlformats.org/officeDocument/2006/relationships" id="2147483661" r:id="R109124d376bf4705"/>
    <p:sldLayoutId xmlns:r="http://schemas.openxmlformats.org/officeDocument/2006/relationships" id="2147483662" r:id="Rec91d22adbdb4e8b"/>
    <p:sldLayoutId xmlns:r="http://schemas.openxmlformats.org/officeDocument/2006/relationships" id="2147483663" r:id="Re5ddc6e799c44c9a"/>
    <p:sldLayoutId xmlns:r="http://schemas.openxmlformats.org/officeDocument/2006/relationships" id="2147483664" r:id="R05465912c90f40e1"/>
    <p:sldLayoutId xmlns:r="http://schemas.openxmlformats.org/officeDocument/2006/relationships" id="2147483665" r:id="R9f22c735c3384d22"/>
    <p:sldLayoutId xmlns:r="http://schemas.openxmlformats.org/officeDocument/2006/relationships" id="2147483666" r:id="Re9b1c84d612d4d8b"/>
    <p:sldLayoutId xmlns:r="http://schemas.openxmlformats.org/officeDocument/2006/relationships" id="2147483667" r:id="R22f334fc585944ee"/>
    <p:sldLayoutId xmlns:r="http://schemas.openxmlformats.org/officeDocument/2006/relationships" id="2147483668" r:id="R6612ad5e1bdf42bc"/>
    <p:sldLayoutId xmlns:r="http://schemas.openxmlformats.org/officeDocument/2006/relationships" id="2147483669" r:id="R1933e39f4fe749ff"/>
    <p:sldLayoutId xmlns:r="http://schemas.openxmlformats.org/officeDocument/2006/relationships" id="2147483670" r:id="R2ce7bdacbd00495b"/>
    <p:sldLayoutId xmlns:r="http://schemas.openxmlformats.org/officeDocument/2006/relationships" id="2147483671" r:id="Rd4be96a74a874795"/>
    <p:sldLayoutId xmlns:r="http://schemas.openxmlformats.org/officeDocument/2006/relationships" id="2147483672" r:id="Ra93bbea9dbd74de1"/>
    <p:sldLayoutId xmlns:r="http://schemas.openxmlformats.org/officeDocument/2006/relationships" id="2147483673" r:id="R38b79f47f4eb4fac"/>
    <p:sldLayoutId xmlns:r="http://schemas.openxmlformats.org/officeDocument/2006/relationships" id="2147483674" r:id="Re5fcc42b00454c62"/>
    <p:sldLayoutId xmlns:r="http://schemas.openxmlformats.org/officeDocument/2006/relationships" id="2147483675" r:id="Rf31755667c924071"/>
    <p:sldLayoutId xmlns:r="http://schemas.openxmlformats.org/officeDocument/2006/relationships" id="2147483676" r:id="Rf00d7e1c981947b8"/>
    <p:sldLayoutId xmlns:r="http://schemas.openxmlformats.org/officeDocument/2006/relationships" id="2147483677" r:id="R1dfdacdf868042d4"/>
    <p:sldLayoutId xmlns:r="http://schemas.openxmlformats.org/officeDocument/2006/relationships" id="2147483678" r:id="R4f8ce45cf2034586"/>
    <p:sldLayoutId xmlns:r="http://schemas.openxmlformats.org/officeDocument/2006/relationships" id="2147483679" r:id="R1a501499c7f243e1"/>
    <p:sldLayoutId xmlns:r="http://schemas.openxmlformats.org/officeDocument/2006/relationships" id="2147483680" r:id="Rc83f6a75f3ff453e"/>
    <p:sldLayoutId xmlns:r="http://schemas.openxmlformats.org/officeDocument/2006/relationships" id="2147483681" r:id="Ra7769988719347aa"/>
    <p:sldLayoutId xmlns:r="http://schemas.openxmlformats.org/officeDocument/2006/relationships" id="2147483682" r:id="R8b65b27092be4d59"/>
    <p:sldLayoutId xmlns:r="http://schemas.openxmlformats.org/officeDocument/2006/relationships" id="2147483683" r:id="R9c93c60aa9884e19"/>
    <p:sldLayoutId xmlns:r="http://schemas.openxmlformats.org/officeDocument/2006/relationships" id="2147483684" r:id="R4147c305c351488e"/>
    <p:sldLayoutId xmlns:r="http://schemas.openxmlformats.org/officeDocument/2006/relationships" id="2147483685" r:id="R46ba94fbcd3441c8"/>
    <p:sldLayoutId xmlns:r="http://schemas.openxmlformats.org/officeDocument/2006/relationships" id="2147483686" r:id="R6e4f62893b3a46ec"/>
    <p:sldLayoutId xmlns:r="http://schemas.openxmlformats.org/officeDocument/2006/relationships" id="2147483687" r:id="R12f7436881e24020"/>
    <p:sldLayoutId xmlns:r="http://schemas.openxmlformats.org/officeDocument/2006/relationships" id="2147483688" r:id="R9afd4193759e4f2b"/>
    <p:sldLayoutId xmlns:r="http://schemas.openxmlformats.org/officeDocument/2006/relationships" id="2147483689" r:id="R18d9a7c81c324c08"/>
    <p:sldLayoutId xmlns:r="http://schemas.openxmlformats.org/officeDocument/2006/relationships" id="2147483690" r:id="R0717da2d35f34468"/>
    <p:sldLayoutId xmlns:r="http://schemas.openxmlformats.org/officeDocument/2006/relationships" id="2147483691" r:id="Rb4270a54a631483b"/>
    <p:sldLayoutId xmlns:r="http://schemas.openxmlformats.org/officeDocument/2006/relationships" id="2147483692" r:id="R2a3eed0a7bee4233"/>
    <p:sldLayoutId xmlns:r="http://schemas.openxmlformats.org/officeDocument/2006/relationships" id="2147483693" r:id="R48ea697b95914c5f"/>
    <p:sldLayoutId xmlns:r="http://schemas.openxmlformats.org/officeDocument/2006/relationships" id="2147483694" r:id="R24b3b39be4f84ba0"/>
    <p:sldLayoutId xmlns:r="http://schemas.openxmlformats.org/officeDocument/2006/relationships" id="2147483695" r:id="R9e1ee9690bff428b"/>
    <p:sldLayoutId xmlns:r="http://schemas.openxmlformats.org/officeDocument/2006/relationships" id="2147483696" r:id="Rac750d79658c4975"/>
    <p:sldLayoutId xmlns:r="http://schemas.openxmlformats.org/officeDocument/2006/relationships" id="2147483697" r:id="Rc3b8a947673e49c4"/>
    <p:sldLayoutId xmlns:r="http://schemas.openxmlformats.org/officeDocument/2006/relationships" id="2147483698" r:id="R2a035c204bb5421a"/>
    <p:sldLayoutId xmlns:r="http://schemas.openxmlformats.org/officeDocument/2006/relationships" id="2147483699" r:id="Re31ac14c731f47c9"/>
    <p:sldLayoutId xmlns:r="http://schemas.openxmlformats.org/officeDocument/2006/relationships" id="2147483700" r:id="R3f18e42bc94d474f"/>
    <p:sldLayoutId xmlns:r="http://schemas.openxmlformats.org/officeDocument/2006/relationships" id="2147483701" r:id="R804b42c37a634944"/>
    <p:sldLayoutId xmlns:r="http://schemas.openxmlformats.org/officeDocument/2006/relationships" id="2147483702" r:id="R00d7750453124e05"/>
    <p:sldLayoutId xmlns:r="http://schemas.openxmlformats.org/officeDocument/2006/relationships" id="2147483703" r:id="Rcab64770c4dd43c5"/>
    <p:sldLayoutId xmlns:r="http://schemas.openxmlformats.org/officeDocument/2006/relationships" id="2147483704" r:id="R3e3b0e69c2ae4c04"/>
    <p:sldLayoutId xmlns:r="http://schemas.openxmlformats.org/officeDocument/2006/relationships" id="2147483705" r:id="Re560cecf608b405e"/>
    <p:sldLayoutId xmlns:r="http://schemas.openxmlformats.org/officeDocument/2006/relationships" id="2147483706" r:id="R5f584b8df4974189"/>
    <p:sldLayoutId xmlns:r="http://schemas.openxmlformats.org/officeDocument/2006/relationships" id="2147483707" r:id="R457526d364584ea6"/>
    <p:sldLayoutId xmlns:r="http://schemas.openxmlformats.org/officeDocument/2006/relationships" id="2147483708" r:id="R1d0ceb1db62e4ed6"/>
    <p:sldLayoutId xmlns:r="http://schemas.openxmlformats.org/officeDocument/2006/relationships" id="2147483709" r:id="Rd304b8d43b85455a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7" name="Google Shape;527;p63">
            <a:extLst xmlns:a="http://schemas.openxmlformats.org/drawingml/2006/main">
              <a:ext uri="{FF2B5EF4-FFF2-40B4-BE49-F238E27FC236}">
                <a16:creationId xmlns:a16="http://schemas.microsoft.com/office/drawing/2014/main" id="{23C9D1EB-8F66-4EA8-9AB1-FB8EA3EC7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8100" y="933450"/>
            <a:ext cx="7047300" cy="4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9pPr>
          </a:lstStyle>
          <a:p xmlns:a="http://schemas.openxmlformats.org/drawingml/2006/main"/>
        </p:txBody>
      </p:sp>
      <p:sp>
        <p:nvSpPr>
          <p:cNvPr id="528" name="Google Shape;528;p63">
            <a:extLst xmlns:a="http://schemas.openxmlformats.org/drawingml/2006/main">
              <a:ext uri="{FF2B5EF4-FFF2-40B4-BE49-F238E27FC236}">
                <a16:creationId xmlns:a16="http://schemas.microsoft.com/office/drawing/2014/main" id="{D4898E7A-988B-42E9-8811-C38BCDE84A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8100" y="1695450"/>
            <a:ext cx="7047300" cy="25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  <p:sp>
        <p:nvSpPr>
          <p:cNvPr id="529" name="Google Shape;529;p63">
            <a:extLst xmlns:a="http://schemas.openxmlformats.org/drawingml/2006/main">
              <a:ext uri="{FF2B5EF4-FFF2-40B4-BE49-F238E27FC236}">
                <a16:creationId xmlns:a16="http://schemas.microsoft.com/office/drawing/2014/main" id="{9C4BEF2B-F441-4A28-A247-A673F7BAC3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11" r:id="R7fd2306894384e15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Animal Center XL by Slidesgo">
  <a:themeElements>
    <a:clrScheme name="Simple Light">
      <a:dk1>
        <a:srgbClr val="2E2E2E"/>
      </a:dk1>
      <a:lt1>
        <a:srgbClr val="F5F5F5"/>
      </a:lt1>
      <a:dk2>
        <a:srgbClr val="595959"/>
      </a:dk2>
      <a:lt2>
        <a:srgbClr val="EEEEEE"/>
      </a:lt2>
      <a:accent1>
        <a:srgbClr val="B3B9FB"/>
      </a:accent1>
      <a:accent2>
        <a:srgbClr val="FFDB8F"/>
      </a:accent2>
      <a:accent3>
        <a:srgbClr val="9DE0EE"/>
      </a:accent3>
      <a:accent4>
        <a:srgbClr val="D2D6FD"/>
      </a:accent4>
      <a:accent5>
        <a:srgbClr val="F3E0B7"/>
      </a:accent5>
      <a:accent6>
        <a:srgbClr val="C9F0F8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1e50587bf26d495a" /><Relationship Type="http://schemas.openxmlformats.org/officeDocument/2006/relationships/notesSlide" Target="/ppt/notesSlides/notesSlide1.xml" Id="R78686357b85445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faaac8680a4a4d7f" /><Relationship Type="http://schemas.openxmlformats.org/officeDocument/2006/relationships/notesSlide" Target="/ppt/notesSlides/notesSlide2.xml" Id="Rd90a543a420242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1dca5d7b5694477d" /><Relationship Type="http://schemas.openxmlformats.org/officeDocument/2006/relationships/image" Target="/ppt/media/image.png" Id="R52b94122895d49c3" /><Relationship Type="http://schemas.openxmlformats.org/officeDocument/2006/relationships/notesSlide" Target="/ppt/notesSlides/notesSlide3.xml" Id="Re1d3f053b5af44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86edadf0cf114ef2" /><Relationship Type="http://schemas.openxmlformats.org/officeDocument/2006/relationships/notesSlide" Target="/ppt/notesSlides/notesSlide4.xml" Id="Red38d939182446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1ce34fe4420d4e52" /><Relationship Type="http://schemas.openxmlformats.org/officeDocument/2006/relationships/notesSlide" Target="/ppt/notesSlides/notesSlide5.xml" Id="R5de1fe3ec9b747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d1b47bf7bb94128" /><Relationship Type="http://schemas.openxmlformats.org/officeDocument/2006/relationships/notesSlide" Target="/ppt/notesSlides/notesSlide6.xml" Id="R7cecebd53b0840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9020a01495841f5" /><Relationship Type="http://schemas.openxmlformats.org/officeDocument/2006/relationships/image" Target="/ppt/media/image2.png" Id="Rb326a14a70914b35" /><Relationship Type="http://schemas.openxmlformats.org/officeDocument/2006/relationships/image" Target="/ppt/media/image3.png" Id="R1eae66eff8fd4349" /><Relationship Type="http://schemas.openxmlformats.org/officeDocument/2006/relationships/notesSlide" Target="/ppt/notesSlides/notesSlide7.xml" Id="R5eb7fb09b07e49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5d1e56770fe8480b" /><Relationship Type="http://schemas.openxmlformats.org/officeDocument/2006/relationships/notesSlide" Target="/ppt/notesSlides/notesSlide8.xml" Id="Rcd1a73da4e564e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a45515d475964f18" /><Relationship Type="http://schemas.openxmlformats.org/officeDocument/2006/relationships/notesSlide" Target="/ppt/notesSlides/notesSlide9.xml" Id="Rf8a98631dc3341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ff098007860943d4" /><Relationship Type="http://schemas.openxmlformats.org/officeDocument/2006/relationships/notesSlide" Target="/ppt/notesSlides/notesSlide10.xml" Id="Rdc1a5ae3689245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f59dcb78a9284b63" /><Relationship Type="http://schemas.openxmlformats.org/officeDocument/2006/relationships/notesSlide" Target="/ppt/notesSlides/notesSlide11.xml" Id="R3d00cd762ec94f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dba4ea9536744413" /><Relationship Type="http://schemas.openxmlformats.org/officeDocument/2006/relationships/notesSlide" Target="/ppt/notesSlides/notesSlide12.xml" Id="R718cad0d58de41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209a9df2e9194504" /><Relationship Type="http://schemas.openxmlformats.org/officeDocument/2006/relationships/notesSlide" Target="/ppt/notesSlides/notesSlide13.xml" Id="R67f6935cd62b48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5db4dc3554948dd" /><Relationship Type="http://schemas.openxmlformats.org/officeDocument/2006/relationships/notesSlide" Target="/ppt/notesSlides/notesSlide14.xml" Id="R0ab6b80320304b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eadaea44ab74637" /><Relationship Type="http://schemas.openxmlformats.org/officeDocument/2006/relationships/notesSlide" Target="/ppt/notesSlides/notesSlide15.xml" Id="Ra05f792a91e94f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286d56e3848a4eb9" /><Relationship Type="http://schemas.openxmlformats.org/officeDocument/2006/relationships/notesSlide" Target="/ppt/notesSlides/notesSlide16.xml" Id="Rfa6ab2dc36014a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4eef9a193044753" /><Relationship Type="http://schemas.openxmlformats.org/officeDocument/2006/relationships/notesSlide" Target="/ppt/notesSlides/notesSlide17.xml" Id="Ra8898b3866e94c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a6289a9f75434c83" /><Relationship Type="http://schemas.openxmlformats.org/officeDocument/2006/relationships/image" Target="/ppt/media/image4.png" Id="R09bcf59c70a04443" /><Relationship Type="http://schemas.openxmlformats.org/officeDocument/2006/relationships/notesSlide" Target="/ppt/notesSlides/notesSlide18.xml" Id="Reb1dc2ea59d545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9fc9a48562c640db" /><Relationship Type="http://schemas.openxmlformats.org/officeDocument/2006/relationships/notesSlide" Target="/ppt/notesSlides/notesSlide19.xml" Id="R92b3c1b8cb3c48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72912104c61b4cc7" /><Relationship Type="http://schemas.openxmlformats.org/officeDocument/2006/relationships/image" Target="/ppt/media/image5.png" Id="R8ad441461337426d" /><Relationship Type="http://schemas.openxmlformats.org/officeDocument/2006/relationships/notesSlide" Target="/ppt/notesSlides/notesSlide20.xml" Id="Re927c30c24254d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9bb8ea0a0584c07" /><Relationship Type="http://schemas.openxmlformats.org/officeDocument/2006/relationships/notesSlide" Target="/ppt/notesSlides/notesSlide21.xml" Id="R8c3b91068b2642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ca0d7738442e4ed1" /><Relationship Type="http://schemas.openxmlformats.org/officeDocument/2006/relationships/notesSlide" Target="/ppt/notesSlides/notesSlide22.xml" Id="R7eed54da8cf246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24c15c73c21d49e5" /><Relationship Type="http://schemas.openxmlformats.org/officeDocument/2006/relationships/notesSlide" Target="/ppt/notesSlides/notesSlide23.xml" Id="R158f21eb056e46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14104cbf211c4467" /><Relationship Type="http://schemas.openxmlformats.org/officeDocument/2006/relationships/image" Target="/ppt/media/image6.png" Id="R871c5f0cf6d04fe7" /><Relationship Type="http://schemas.openxmlformats.org/officeDocument/2006/relationships/notesSlide" Target="/ppt/notesSlides/notesSlide24.xml" Id="R8dc796f93ed145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b582cb7400974cf5" /><Relationship Type="http://schemas.openxmlformats.org/officeDocument/2006/relationships/notesSlide" Target="/ppt/notesSlides/notesSlide25.xml" Id="Rf3344b4ec69f472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bece539d2e75445c" /><Relationship Type="http://schemas.openxmlformats.org/officeDocument/2006/relationships/image" Target="/ppt/media/image7.png" Id="Ra46d36ee13c644a7" /><Relationship Type="http://schemas.openxmlformats.org/officeDocument/2006/relationships/notesSlide" Target="/ppt/notesSlides/notesSlide26.xml" Id="Red2d8191204748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fdcafb977ff4bab" /><Relationship Type="http://schemas.openxmlformats.org/officeDocument/2006/relationships/image" Target="/ppt/media/image8.png" Id="R9a43375b88bc4644" /><Relationship Type="http://schemas.openxmlformats.org/officeDocument/2006/relationships/notesSlide" Target="/ppt/notesSlides/notesSlide27.xml" Id="Re35747f0d8324df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14ac0ac49e442fe" /><Relationship Type="http://schemas.openxmlformats.org/officeDocument/2006/relationships/notesSlide" Target="/ppt/notesSlides/notesSlide28.xml" Id="R2cec62f910bd40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c78c671318be4d8d" /><Relationship Type="http://schemas.openxmlformats.org/officeDocument/2006/relationships/notesSlide" Target="/ppt/notesSlides/notesSlide29.xml" Id="R4e77b950563b464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386e73c00b9746ec" /><Relationship Type="http://schemas.openxmlformats.org/officeDocument/2006/relationships/notesSlide" Target="/ppt/notesSlides/notesSlide30.xml" Id="R9c6229e9aa8f4c8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b4d809c46ff40bd" /><Relationship Type="http://schemas.openxmlformats.org/officeDocument/2006/relationships/notesSlide" Target="/ppt/notesSlides/notesSlide31.xml" Id="Rf099bd0ec5bd43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4375DFB-2E74-47CA-B39C-32463CD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52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SyDog-Video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437DE0-823A-4783-9387-1DABAEAF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Learning temporal dog pose from synthetic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3525D-27A2-45CA-AE91-58BCEB28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622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B9FB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7AF61BC-A669-450A-A50D-EB50E3E0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813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A Synthetic Dog Video Dataset</a:t>
            </a:r>
          </a:p>
          <a:p xmlns:a="http://schemas.openxmlformats.org/drawingml/2006/main">
            <a:pPr algn="l">
              <a:defRPr sz="18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for Temporal Pose Estimation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774CA55-C18A-43BE-96D7-9D9985EF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Moira Shooter · Charles Malleson · Adrian Hilton</a:t>
            </a:r>
          </a:p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International Journal of Computer Vision, 132:1986–2002 (2024)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462AB4A-FF2E-46D6-A493-B552676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p.1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1C6CF42-2678-4B26-99E9-22F718F8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0">
            <a:extLst xmlns:a="http://schemas.openxmlformats.org/drawingml/2006/main">
              <a:ext uri="{FF2B5EF4-FFF2-40B4-BE49-F238E27FC236}">
                <a16:creationId xmlns:a16="http://schemas.microsoft.com/office/drawing/2014/main" id="{5EA65A6E-E5A9-4AF6-9B8D-32AACEE4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Outline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A1DE61-9A5B-4373-862B-02B6B820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D689D3-A100-4EF0-8273-F710809A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2096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Research question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0450F46-B01E-4492-8CA9-9982A92A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5430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Why synthetic data for video pose estimation?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FA112D9-EA7A-445D-8D96-9C938EBB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5255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03–04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109F4-8B9B-48EA-88BF-45524890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05000"/>
            <a:ext cx="720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D9E7"/>
            </a:solidFill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892F684-12CC-4832-BA59-4C347E53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EC75451-DB69-496D-91CA-AEAD57DB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0025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Data generation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E183F64-0E66-4D82-A7D7-893AB4B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33362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SyDog-Video and Dogio-11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18955FE-A950-40AD-8A88-FC5D8BF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43125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05–11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BE9F3-83DE-4B2A-A423-C4098913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695575"/>
            <a:ext cx="720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D9E7"/>
            </a:solidFill>
          </a:ln>
        </p:spPr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35211821-B9B4-48DF-B3EC-BD51C9D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908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03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6F8E4F3D-FC3E-4958-8D03-4735479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908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Model and experiments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F57EC46-3DE5-421F-A290-512D3AFF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242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Temporal input, transfer and metrics</a:t>
            </a:r>
          </a:p>
        </p:txBody>
      </p:sp>
      <p:sp>
        <p:nvSpPr>
          <p:cNvPr id="15" name="text-12">
            <a:extLst xmlns:a="http://schemas.openxmlformats.org/drawingml/2006/main">
              <a:ext uri="{FF2B5EF4-FFF2-40B4-BE49-F238E27FC236}">
                <a16:creationId xmlns:a16="http://schemas.microsoft.com/office/drawing/2014/main" id="{AA053DFA-70F2-4474-8057-AF44E39C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12–16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1AB08-A134-4A30-9828-01082D07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86150"/>
            <a:ext cx="720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D9E7"/>
            </a:solidFill>
          </a:ln>
        </p:spPr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FB04E7AE-BEEA-43DE-B63C-007FF9C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2925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04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B86C899-8751-4263-8465-D402115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8140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Results and discussion</a:t>
            </a:r>
          </a:p>
        </p:txBody>
      </p:sp>
      <p:sp>
        <p:nvSpPr>
          <p:cNvPr id="19" name="text-15">
            <a:extLst xmlns:a="http://schemas.openxmlformats.org/drawingml/2006/main">
              <a:ext uri="{FF2B5EF4-FFF2-40B4-BE49-F238E27FC236}">
                <a16:creationId xmlns:a16="http://schemas.microsoft.com/office/drawing/2014/main" id="{A79596B0-0408-450F-927F-722E3E76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9147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Results, ablations and limitations</a:t>
            </a:r>
          </a:p>
        </p:txBody>
      </p:sp>
      <p:sp>
        <p:nvSpPr>
          <p:cNvPr id="20" name="text-16">
            <a:extLst xmlns:a="http://schemas.openxmlformats.org/drawingml/2006/main">
              <a:ext uri="{FF2B5EF4-FFF2-40B4-BE49-F238E27FC236}">
                <a16:creationId xmlns:a16="http://schemas.microsoft.com/office/drawing/2014/main" id="{9FF24774-B7CF-4F89-944F-882E38FD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24275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03035"/>
                </a:solidFill>
                <a:latin typeface="Lato"/>
                <a:ea typeface="Lato"/>
                <a:cs typeface="Lato"/>
              </a:rPr>
              <a:t>17–31</a:t>
            </a:r>
          </a:p>
        </p:txBody>
      </p:sp>
      <p:sp>
        <p:nvSpPr>
          <p:cNvPr id="21" name="text-17">
            <a:extLst xmlns:a="http://schemas.openxmlformats.org/drawingml/2006/main">
              <a:ext uri="{FF2B5EF4-FFF2-40B4-BE49-F238E27FC236}">
                <a16:creationId xmlns:a16="http://schemas.microsoft.com/office/drawing/2014/main" id="{5B51A9EB-D613-4491-8E0E-913EC17A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overview</a:t>
            </a:r>
          </a:p>
        </p:txBody>
      </p:sp>
      <p:sp>
        <p:nvSpPr>
          <p:cNvPr id="22" name="text-18">
            <a:extLst xmlns:a="http://schemas.openxmlformats.org/drawingml/2006/main">
              <a:ext uri="{FF2B5EF4-FFF2-40B4-BE49-F238E27FC236}">
                <a16:creationId xmlns:a16="http://schemas.microsoft.com/office/drawing/2014/main" id="{D2C4D521-AE9B-4EAD-A6CD-632D28E9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2515C806-C6E1-4FCB-84CA-2627B60B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Challenges in dog video pose estimation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34C9F4-2BD4-49C6-9F5C-A25222A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4829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Frame-by-frame estimation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049564-5AF9-4C55-8439-EA9AC364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43050"/>
            <a:ext cx="4829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Occlusion and large motion can obscure joints.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0FE9F71-29B9-496D-A3CE-2BF36EEB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4829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Video annotation is costly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00D4D47-99D1-4639-A06F-8B481FED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4829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Breeds, shapes, coats and poses vary widely.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FA6B734-11BD-40F1-A3FF-EC148FE2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86100"/>
            <a:ext cx="4829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Research question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6CA4D8A-54E6-4397-9861-7112220D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4829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Can synthetic video help when real labels are scarce?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A7ED8-714D-45B7-BFDE-3AAAEA2A23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94122895d49c3"/>
          <a:stretch xmlns:a="http://schemas.openxmlformats.org/drawingml/2006/main"/>
        </p:blipFill>
        <p:spPr>
          <a:xfrm xmlns:a="http://schemas.openxmlformats.org/drawingml/2006/main">
            <a:off x="5685170" y="1371600"/>
            <a:ext cx="2745710" cy="2762250"/>
          </a:xfrm>
          <a:prstGeom xmlns:a="http://schemas.openxmlformats.org/drawingml/2006/main" prst="rect">
            <a:avLst/>
          </a:prstGeom>
        </p:spPr>
      </p:pic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758E1B34-C35F-4851-A477-FA8F8DD0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Synthetic test example | green: ground truth; blue: prediction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6CD6951-473A-4BEC-933F-21D8978A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pp.1–2; Fig.3 p.8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BD3DF7F5-1E3B-4D8C-9025-36D25B9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DD9725F8-D163-47FC-9AAA-ECBBA79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Main contributions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02FD6A-B40D-4B36-BA09-A2C8DA3A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262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500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BA3E61-FB08-4E36-B651-D6CB31AC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synthetic videos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D3D0221-092C-4A75-B334-AFC3406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85875"/>
            <a:ext cx="262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87,500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D33FD10-3206-44FF-9052-5DF7A1B6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478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frames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0FD885-E073-46AE-96E2-F246F8C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85875"/>
            <a:ext cx="262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43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33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2430E17-6417-4DD3-BEC5-FB636511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2D keypoints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5A4EC94-BE91-451F-BD0F-26F2CD5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Dataset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67ED260-19B9-4B89-AD73-D067AD47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Unity3D generates keypoints, boxes and masks.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D2A0F67-8828-43AC-87DE-D5CEC154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Evaluation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059A9F8-F398-4FCE-AE76-703AAD03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Test synthetic pretraining, fine-tuning and temporal context.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703738D-E34C-4116-83D8-32687220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5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The contribution is data and transfer evaluation using an existing LSTM Pose Machine.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4F1EE73-D05D-4E3E-AEAE-029D7654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pp.2, 4, 6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11F6FF9-F5C5-496B-8645-10CB06EA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290244B-D572-4AE8-A448-BA1451B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pPr>
            <a:r>
              <a: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rPr>
              <a:t>02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E4FC0F6-F686-49A9-88FF-617F45D4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4782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Data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CCC97-DC03-4699-8AF8-88141CD5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431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14A1554-4446-4BB2-B33F-B70DF82C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86075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Create temporally coherent synthetic video</a:t>
            </a:r>
          </a:p>
          <a:p xmlns:a="http://schemas.openxmlformats.org/drawingml/2006/main">
            <a: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and define real-world test sets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FC035BC-0984-49D8-B979-F17CBA41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§3–4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C44A2F9-3854-4665-8517-E14C1FDC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AEBB4-7A5F-4436-86FC-8B236539BB1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457950" y="22479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53FAD-6434-4DC3-96AF-3555C36BE7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91025" y="22479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6B6D8-4FB4-40E9-AF89-E62818BC5D99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22479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sp>
        <p:nvSpPr>
          <p:cNvPr id="21" name="text-0">
            <a:extLst xmlns:a="http://schemas.openxmlformats.org/drawingml/2006/main">
              <a:ext uri="{FF2B5EF4-FFF2-40B4-BE49-F238E27FC236}">
                <a16:creationId xmlns:a16="http://schemas.microsoft.com/office/drawing/2014/main" id="{74F36CBB-C98B-408D-8D19-D9E87D49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SyDog-Video generation pipeline</a:t>
            </a:r>
          </a:p>
        </p:txBody>
      </p:sp>
      <p:sp>
        <p:nvSpPr>
          <p:cNvPr id="2" name="stage-0">
            <a:extLst xmlns:a="http://schemas.openxmlformats.org/drawingml/2006/main">
              <a:ext uri="{FF2B5EF4-FFF2-40B4-BE49-F238E27FC236}">
                <a16:creationId xmlns:a16="http://schemas.microsoft.com/office/drawing/2014/main" id="{C32C84F4-D780-4828-BF3F-EFC2EB1B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EFC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6F94BC1-38A6-47C8-AF22-0EEB146D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Dog assets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37D6A25-7349-4A46-A55E-6E712CDA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902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5 models; 10 textures</a:t>
            </a:r>
          </a:p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Walk, run, jump, sit, lie</a:t>
            </a:r>
          </a:p>
        </p:txBody>
      </p:sp>
      <p:sp>
        <p:nvSpPr>
          <p:cNvPr id="5" name="stage-1">
            <a:extLst xmlns:a="http://schemas.openxmlformats.org/drawingml/2006/main">
              <a:ext uri="{FF2B5EF4-FFF2-40B4-BE49-F238E27FC236}">
                <a16:creationId xmlns:a16="http://schemas.microsoft.com/office/drawing/2014/main" id="{4519E18D-F150-41BE-9C1D-4E8FAF59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57162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EE"/>
          </a:solidFill>
          <a:ln xmlns:a="http://schemas.openxmlformats.org/drawingml/2006/main" w="0">
            <a:noFill/>
          </a:ln>
        </p:spPr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B7C8E272-335E-4B85-8C27-EE6398CF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1450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Scene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10029501-2EC0-43A4-8952-A79079C8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14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Environment, light, camera</a:t>
            </a:r>
          </a:p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Once per video</a:t>
            </a:r>
          </a:p>
        </p:txBody>
      </p: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857988AA-CF35-4B4F-95E5-AB059FA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7162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EFC"/>
          </a:solidFill>
          <a:ln xmlns:a="http://schemas.openxmlformats.org/drawingml/2006/main" w="0">
            <a:noFill/>
          </a:ln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5007C576-A42F-4260-9A7E-2C897C6A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Render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3A085703-08F4-4C50-BAEA-D1EF26D0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14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175 continuous frames</a:t>
            </a:r>
          </a:p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Automatic labels</a:t>
            </a:r>
          </a:p>
        </p:txBody>
      </p:sp>
      <p:sp>
        <p:nvSpPr>
          <p:cNvPr id="11" name="stage-3">
            <a:extLst xmlns:a="http://schemas.openxmlformats.org/drawingml/2006/main">
              <a:ext uri="{FF2B5EF4-FFF2-40B4-BE49-F238E27FC236}">
                <a16:creationId xmlns:a16="http://schemas.microsoft.com/office/drawing/2014/main" id="{68111D65-B5D0-4299-B759-585C3C78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7162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EE"/>
          </a:solidFill>
          <a:ln xmlns:a="http://schemas.openxmlformats.org/drawingml/2006/main" w="0">
            <a:noFill/>
          </a:ln>
        </p:spPr>
      </p:sp>
      <p:sp>
        <p:nvSpPr>
          <p:cNvPr id="12" name="text-7">
            <a:extLst xmlns:a="http://schemas.openxmlformats.org/drawingml/2006/main">
              <a:ext uri="{FF2B5EF4-FFF2-40B4-BE49-F238E27FC236}">
                <a16:creationId xmlns:a16="http://schemas.microsoft.com/office/drawing/2014/main" id="{4FE0032B-1BD5-42FE-B7E0-8836FDBB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Samples</a:t>
            </a:r>
          </a:p>
        </p:txBody>
      </p:sp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C87BE40F-7A11-450B-BFFA-80B1911D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14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167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5 frames per sequence</a:t>
            </a:r>
          </a:p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Keypoints, boxes, masks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F6FF75BC-7ADF-49D5-B472-BFBC884C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Automatic labels scale to video and include coordinates for occluded joints.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2BC0B020-F095-43E7-A17A-FCBCDE3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805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Generation example: 17,500 frames in ~45 min, including disk writes (i7 + RTX 2070 Max-Q).</a:t>
            </a:r>
          </a:p>
        </p:txBody>
      </p:sp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158A8AF1-D441-4285-A2F3-82FC0D4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pp.3–4, 6</a:t>
            </a:r>
          </a:p>
        </p:txBody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FAEF0368-B6F2-42AD-87A6-2F4E5A1E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A136DA58-C524-4F14-98EF-75F83F74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Dog appearance and motion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0C23E-CE7F-44F5-9FA3-F3F9B9C08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6a14a70914b35"/>
          <a:stretch xmlns:a="http://schemas.openxmlformats.org/drawingml/2006/main"/>
        </p:blipFill>
        <p:spPr>
          <a:xfrm xmlns:a="http://schemas.openxmlformats.org/drawingml/2006/main">
            <a:off x="1562010" y="1038225"/>
            <a:ext cx="6019980" cy="195262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E1629-2124-4E86-B5F5-08465FCAE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e66eff8fd4349"/>
          <a:stretch xmlns:a="http://schemas.openxmlformats.org/drawingml/2006/main"/>
        </p:blipFill>
        <p:spPr>
          <a:xfrm xmlns:a="http://schemas.openxmlformats.org/drawingml/2006/main">
            <a:off x="507198" y="3419475"/>
            <a:ext cx="2948004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3BC61D7D-CD5D-41A4-AAFA-C2834809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7657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5 models, 10 textures each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79D95559-E3E3-4875-AE3D-63EF41CA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05175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Hand-painted textures and fur add visual variety.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0B30CC21-35F9-4437-813C-8FFA83BF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195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AI4Animation motion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0041FD96-B1B0-46E2-82E1-23853646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48100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Seeded randomization drives the action sequences.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7AFF8208-5E57-4D6A-BB62-BD9BF293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6242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Realism remains limited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0645393F-0A5A-49F3-ABA6-7FF3BFBA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91025"/>
            <a:ext cx="466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Some poses are unnatural; mesh fur loses physics.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B3D1094B-7E5A-47C6-B2DC-024CA093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pp.3–4; Figs.1–2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5A4CF491-F690-4131-9BA6-2FFA647B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330CC78D-4025-4EDE-A853-D36E17E5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Randomization at the video level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3741A8D-A255-458D-8DB1-BE0D642B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3829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Change across videos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B7A02-5B95-463E-A63B-BFFB9492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78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B9FB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C001AF4-7256-4803-BF0C-0657A2B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Dog model and texture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71C2284-4A1F-4452-A0F6-33C2B21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503 HDRI environments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BF6602F-B986-4841-8154-28E3FD04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Lighting, viewpoint and lens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AD56DB9-B444-4A97-84DC-909523FE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23975"/>
            <a:ext cx="3829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Keep within one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A37D7-A212-4189-983F-8DA05D3D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24050"/>
            <a:ext cx="378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6211E968-9967-420A-B5BD-CCF6A958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6217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Motion changes over time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C1C12ED0-D79F-4C2C-9A57-14BD81D9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28900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Frames retain temporal continuity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17A79460-32F7-4849-B8E1-B71DB944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956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Avoid arbitrary frame-wise changes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BF98EDF7-FC8E-48E3-ACBD-C12FD037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Randomize at OnIterationStart, not at every OnUpdate.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346D3881-7F6B-4FF1-A838-060096AD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p.4; Fig.11 p.14; Table 11 p.15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80A79880-12B1-4979-9994-31BC925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161C57E-D635-4D5F-A58C-F1446762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33 keypoints and label alignment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5273B-CE4C-4F79-8716-7A455B24FA64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048000"/>
                <a:gridCol w="3381375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Synthetic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Real Dogio-11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Coordinates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Projected from 3D model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Manually annotated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Occluded / uncertain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Coordinates retained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Uncertain points marked invisible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Index order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Synthetic ordering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Mapped to synthetic ordering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Unmatched points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Head and hips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Index −1; marked invisible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C2DB24C-4AA1-45B7-984A-DCF49705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Matching names alone is insufficient: keypoint indices must also align.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7CAECC3-E520-476C-A60B-D9E90F0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Bounding boxes and segmentation masks are also provided; experiments target 2D pose.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63CED95-B361-4AFF-A2AA-AA9F0450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p.3; Table 1 p.5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8D41974-5D98-4EE9-8BF2-E4DE2122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7C49858-A8BC-476C-984E-28E6B203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SyDog-Video scale and split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AEC19-F706-4E63-83C7-A1E753DF09ED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905250"/>
                <a:gridCol w="2762250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Level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Scale / setup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Full dataset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500 videos × 175 = 87,500 frames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Continuous poses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Model input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 = 5; 17,500 sequences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Five frames per sample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Training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14,000 sequences; 4 dog types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Learn temporal pose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3,500 sequences; 1 unseen type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Unseen backgrounds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34B8C4B-66B6-4B98-8FCA-042F71D4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Leave-one-dog-type-out evaluation rotates the held-out type and averages results.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883244B-C979-4AC4-B83E-527D9C6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p.6; Tables 3–4 p.7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7997126-A6C0-4F77-8E7A-6E783EAE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FA56ED3-4A4F-4E6A-AFA6-67147997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Dogio-11: known and unknown tests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E1DD9-4986-4DBE-BB21-E8A62F92D773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476750"/>
                <a:gridCol w="1809750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Split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Video / breed condition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5-frame sequences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Training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50% of sequences from 11 videos, 7 breeds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Known test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Other sequences from the same 11 videos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Unknown test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other videos; 1 unseen breed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593E1AE1-2021-485E-A04C-04AD7BE3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Known uses held-out clips from the same videos; unknown tests an unseen breed.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C7A32FA-FF4A-4A78-9D2A-155076F7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14 source videos, 25–30 fps, 5–6 s each. Table 2 reports 155 training sequences; text also says 115.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3B72CA4-C7D7-49C3-9161-2E8BA41F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pp.3, 5–6; Table 2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8B282BB-DB6D-4CB2-8221-0B8A0464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8E3D2A3-B587-4CEC-8837-71045BA0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pPr>
            <a:r>
              <a: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rPr>
              <a:t>03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5C7E2C-5129-4942-A75D-41560B92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4782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Model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6632D-C544-4121-8844-05E18A24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431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21075EB-54DF-4632-9A2C-BB727F3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86075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Understand five-frame inputs and metrics</a:t>
            </a:r>
          </a:p>
          <a:p xmlns:a="http://schemas.openxmlformats.org/drawingml/2006/main">
            <a: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before comparing transfer strategies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72AA72E-82CB-4C71-B37A-37852E14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§3.3–4.3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0FD0E5D-482E-4F7B-8600-8F41B3FD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60477-B9A8-478F-8741-F0A96130B7A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457950" y="20002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3A2D0-53AD-49B8-B304-260DDCAB9B0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91025" y="20002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0DAC6-6772-4BB3-AF98-46C60EF5BB04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20002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14889"/>
            </a:solidFill>
            <a:tailEnd type="triangle" w="sm" len="sm"/>
          </a:ln>
        </p:spPr>
      </p:cxnSp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5A70C579-72B8-4414-A897-67A56420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Temporal context in LSTM Pose Machine</a:t>
            </a:r>
          </a:p>
        </p:txBody>
      </p:sp>
      <p:sp>
        <p:nvSpPr>
          <p:cNvPr id="2" name="stage-0">
            <a:extLst xmlns:a="http://schemas.openxmlformats.org/drawingml/2006/main">
              <a:ext uri="{FF2B5EF4-FFF2-40B4-BE49-F238E27FC236}">
                <a16:creationId xmlns:a16="http://schemas.microsoft.com/office/drawing/2014/main" id="{FE480740-15CC-4649-9EE8-2C8EEA54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2397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EFC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4049DED-C7CD-4A29-994E-13FEC502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Frame t−1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867A60F-DD04-4F1E-B8DB-877E4221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Image features</a:t>
            </a:r>
          </a:p>
        </p:txBody>
      </p:sp>
      <p:sp>
        <p:nvSpPr>
          <p:cNvPr id="5" name="stage-1">
            <a:extLst xmlns:a="http://schemas.openxmlformats.org/drawingml/2006/main">
              <a:ext uri="{FF2B5EF4-FFF2-40B4-BE49-F238E27FC236}">
                <a16:creationId xmlns:a16="http://schemas.microsoft.com/office/drawing/2014/main" id="{C2612C39-899C-4A66-89F2-F738BF49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32397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EE"/>
          </a:solidFill>
          <a:ln xmlns:a="http://schemas.openxmlformats.org/drawingml/2006/main" w="0">
            <a:noFill/>
          </a:ln>
        </p:spPr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327D420D-5886-4624-8D3E-9C0D7E4F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46685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LSTM memory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584B02E5-B7E5-4343-86A1-E8048E2F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8669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Carry information</a:t>
            </a:r>
          </a:p>
        </p:txBody>
      </p: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72BA7EFB-DDC9-43CE-AADE-20B158DD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2397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EFC"/>
          </a:solidFill>
          <a:ln xmlns:a="http://schemas.openxmlformats.org/drawingml/2006/main" w="0">
            <a:noFill/>
          </a:ln>
        </p:spPr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CB8E3F67-90B6-4EB6-A516-DE865F75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46685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Frame t</a:t>
            </a:r>
          </a:p>
        </p:txBody>
      </p:sp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8E75D2B3-F026-4426-A956-9EE47EDF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669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Current image</a:t>
            </a:r>
          </a:p>
        </p:txBody>
      </p:sp>
      <p:sp>
        <p:nvSpPr>
          <p:cNvPr id="11" name="stage-3">
            <a:extLst xmlns:a="http://schemas.openxmlformats.org/drawingml/2006/main">
              <a:ext uri="{FF2B5EF4-FFF2-40B4-BE49-F238E27FC236}">
                <a16:creationId xmlns:a16="http://schemas.microsoft.com/office/drawing/2014/main" id="{FA122DC8-A816-4953-B337-C50174AA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32397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EE"/>
          </a:solidFill>
          <a:ln xmlns:a="http://schemas.openxmlformats.org/drawingml/2006/main" w="0">
            <a:noFill/>
          </a:ln>
        </p:spPr>
      </p:sp>
      <p:sp>
        <p:nvSpPr>
          <p:cNvPr id="12" name="text-7">
            <a:extLst xmlns:a="http://schemas.openxmlformats.org/drawingml/2006/main">
              <a:ext uri="{FF2B5EF4-FFF2-40B4-BE49-F238E27FC236}">
                <a16:creationId xmlns:a16="http://schemas.microsoft.com/office/drawing/2014/main" id="{09608ECB-51F8-4853-A273-712B73DB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6685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Pose output</a:t>
            </a:r>
          </a:p>
        </p:txBody>
      </p:sp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F26A0BB1-1940-46C8-9227-3AA1323F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669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Keypoint positions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EF29019C-F285-497E-B8ED-5C2F53DA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575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Single-frame evidence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A297ABF1-F865-4DBE-B787-113680F7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The current image provides local evidence for each joint.</a:t>
            </a:r>
          </a:p>
        </p:txBody>
      </p:sp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92052082-228D-4218-A507-DEB5651C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Temporal evidence</a:t>
            </a:r>
          </a:p>
        </p:txBody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6AE11611-2290-4D07-BEC2-131D8C11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Earlier frames provide context during motion or occlusion.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9B44238F-7B89-4D03-A540-A30F48BC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T = 5 continuous frames. This is a simplified conceptual diagram.</a:t>
            </a:r>
          </a:p>
        </p:txBody>
      </p:sp>
      <p:sp>
        <p:nvSpPr>
          <p:cNvPr id="22" name="text-14">
            <a:extLst xmlns:a="http://schemas.openxmlformats.org/drawingml/2006/main">
              <a:ext uri="{FF2B5EF4-FFF2-40B4-BE49-F238E27FC236}">
                <a16:creationId xmlns:a16="http://schemas.microsoft.com/office/drawing/2014/main" id="{E047B793-D6C8-4955-9705-4423258E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pp.4–5</a:t>
            </a:r>
          </a:p>
        </p:txBody>
      </p:sp>
      <p:sp>
        <p:nvSpPr>
          <p:cNvPr id="23" name="text-15">
            <a:extLst xmlns:a="http://schemas.openxmlformats.org/drawingml/2006/main">
              <a:ext uri="{FF2B5EF4-FFF2-40B4-BE49-F238E27FC236}">
                <a16:creationId xmlns:a16="http://schemas.microsoft.com/office/drawing/2014/main" id="{EB7F1C96-0E28-4903-959F-373CC8C5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49E63707-03BD-422A-B1EE-CDD229B7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Evaluation metrics: PDJ and MPJPE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9DBA813-7477-4991-A68C-841660C8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3829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PDJ@0.1 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3F473-3D04-477D-AB4F-C854B36C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78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B9FB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BA211A0-C7F3-4BC8-A854-D5D5D2B8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Distance ≤ 0.1 × box diagonal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038CD33-4E87-43A6-A74E-10587C2D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Percentage of correct keypoints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2B8A0C6-3EA3-4882-8C0C-1D9D8FF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Higher is better; differences in points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7758D7F-F1BB-4E9B-B940-E8513C1C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23975"/>
            <a:ext cx="3829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Normalized MPJPE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655AA-2A64-4FFF-8A5D-E47AF5AE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24050"/>
            <a:ext cx="378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46FFFB03-3AC2-449C-AB7B-EB1CCA12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6217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Mean Euclidean keypoint error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146301F8-AFC6-417A-BF4C-4BF336BC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28900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Normalized by box diagonal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3BD30CD7-046B-40C8-9566-7CE51532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956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Unitless; lower is better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0635BFD-5557-459D-B4CA-5B10BE34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PDJ counts correct keypoints; MPJPE measures average positional error.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88BAFC26-13E7-4F10-A2DC-2787E03D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Training: MSE loss; synthetic T = 5, batch size 2; Optuna used for real-data settings.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1E13880-2BF0-4737-8B14-3733EAAE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pp.5–7</a:t>
            </a:r>
          </a:p>
        </p:txBody>
      </p:sp>
      <p:sp>
        <p:nvSpPr>
          <p:cNvPr id="15" name="text-12">
            <a:extLst xmlns:a="http://schemas.openxmlformats.org/drawingml/2006/main">
              <a:ext uri="{FF2B5EF4-FFF2-40B4-BE49-F238E27FC236}">
                <a16:creationId xmlns:a16="http://schemas.microsoft.com/office/drawing/2014/main" id="{6B2CD8F8-CB91-4A5E-82EF-3BB272CC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F155C488-0F94-43CF-989F-5BDB1C66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Synthetic-to-real training strategies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1D280D-C051-481C-AF60-C088B98E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Real only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B637D3-374F-44CC-994C-F0BBD428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Dogio-11 → train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95E168E-8472-4252-A3A8-5FF8B79F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Failed to learn in this small-data setting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FF470-E734-4AC6-BC0D-B198920C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DDE7"/>
            </a:solidFill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822276D-08A6-4C51-98C3-4482E38C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33575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Synthetic only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DCB461F-CFF6-4EBB-9AFE-7A01472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33575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SyDog-Video → real test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3FB4685-BD7A-42A6-8C81-53DD3C21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Measure direct cross-domain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D597C-6FBC-4E03-8BE1-C9E70B70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317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DDE7"/>
            </a:solidFill>
          </a:ln>
        </p:spPr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6A79778F-4EE5-4D34-B0AF-BEBC1F24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Pretrain, then tune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2587E049-9B99-468D-BB0A-B765F27C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SyDog-Video → Dogio-11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B365E118-4952-4B63-8335-0232701B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Adapt using target-domain video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BF23A-B3BF-4102-867B-79E09D7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DDE7"/>
            </a:solidFill>
          </a:ln>
        </p:spPr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C821A6B5-BA24-4867-9D36-DA1EFA38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Mixed training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F02A9CDB-F605-4BA2-88B5-5EDDEF55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SyDog-Video + StanfordExtra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3C60696-61EA-4A2C-9379-00258896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Combine synthetic and real examples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BFF4DC32-6A34-4EC4-96B5-FDF8EF66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Fine-tuning and mixed training use different real datasets.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BD91D50-FDC7-40AC-924E-D7A4734F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pp.5–8</a:t>
            </a:r>
          </a:p>
        </p:txBody>
      </p:sp>
      <p:sp>
        <p:nvSpPr>
          <p:cNvPr id="19" name="text-15">
            <a:extLst xmlns:a="http://schemas.openxmlformats.org/drawingml/2006/main">
              <a:ext uri="{FF2B5EF4-FFF2-40B4-BE49-F238E27FC236}">
                <a16:creationId xmlns:a16="http://schemas.microsoft.com/office/drawing/2014/main" id="{9AEEC37D-570A-488D-85BD-B73D2F03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BEE801F-DACD-4500-B5F5-875A8824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Pretraining sources and conditions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AD28B-4AAA-4798-B49E-576D64151016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2667000"/>
                <a:gridCol w="3095625"/>
              </a:tblGrid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 type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Key distinction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SyDog-Video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Synthetic video sequences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Automatic, complete keypoints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SyDog NoTemp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Repeated identical frames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Control without temporal change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StanfordExtra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~12k dog images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120 breeds; single images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Animal Pose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&gt;4k multi-species images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Dogs, cats, horses, cows, sheep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APT-36K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3,774 derived sequences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Real data with temporal information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BFBBFC6-171B-41FA-B739-54171525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Table 7 compares models after an additional Dogio-11 fine-tuning stage.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3135A54-13AD-4DC8-BCDE-7393D1AA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p.6; Table 7 p.9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276B41A-184A-4E82-A5ED-6706A6A6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1CE2A80-15DF-49D1-9460-BA4639C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defPPr>
            <a:lvl1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1pPr>
            <a:lvl2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2pPr>
            <a:lvl3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3pPr>
            <a:lvl4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4pPr>
            <a:lvl5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5pPr>
            <a:lvl6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6pPr>
            <a:lvl7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7pPr>
            <a:lvl8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8pPr>
            <a:lvl9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l">
              <a:def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defRPr>
            </a:pPr>
            <a:r>
              <a:rPr sz="8700" b="1">
                <a:solidFill>
                  <a:srgbClr val="B3B9FB"/>
                </a:solidFill>
                <a:latin typeface="Livvic Medium"/>
                <a:ea typeface="Livvic Medium"/>
                <a:cs typeface="Livvic Medium"/>
              </a:rPr>
              <a:t>04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397D9F0-9071-43C3-B9E5-1938A000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4782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Results and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3D696-AF38-430E-A1D9-B05ED15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431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E0EE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577C4E9-65C9-4186-B8BC-D33876F6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86075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Evaluate the domain gap and adaptation,</a:t>
            </a:r>
          </a:p>
          <a:p xmlns:a="http://schemas.openxmlformats.org/drawingml/2006/main">
            <a:pPr algn="l">
              <a:def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then temporal value and generalization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A2567D2-952D-4376-A9EB-2E5DADA7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§5–6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88E1C6B-4C14-4C63-9776-5B4E6378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C1F9E95-9D87-4C23-B5C7-6F130057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Synthetic-only training leaves a domain gap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E4E9D-58B0-4387-8890-5F6E374E5399}"/>
              </a:ext>
            </a:extLst>
          </p:cNvPr>
          <p:cNvGraphicFramePr/>
          <p:nvPr/>
        </p:nvGraphicFramePr>
        <p:xfrm>
          <a:off xmlns:a="http://schemas.openxmlformats.org/drawingml/2006/main" x="476250" y="1123950"/>
          <a:ext xmlns:a="http://schemas.openxmlformats.org/drawingml/2006/main" cx="81915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</a:tblGrid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 condition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PDJ@0.1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MPJPE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Synthetic: leave-one-type mean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77.40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Real Dogio: known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43.07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0.41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095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Real Dogio: unknown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37.36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87D9A-2553-4D4E-839D-1364B5C3A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cf59c70a04443"/>
          <a:stretch xmlns:a="http://schemas.openxmlformats.org/drawingml/2006/main"/>
        </p:blipFill>
        <p:spPr>
          <a:xfrm xmlns:a="http://schemas.openxmlformats.org/drawingml/2006/main">
            <a:off x="1426524" y="2981325"/>
            <a:ext cx="6262378" cy="1295400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C6A66476-950D-476F-9FBC-CC05531D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Realism and randomization alone do not close the synthetic-to-real gap.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F904A37C-939F-4FA8-8245-40FF16AF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Tables 4–5 p.7; Fig.3 p.8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D9D5F365-1362-4610-A72F-86128571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32BF8F5-B398-4CDE-B357-2D848D01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Target fine-tuning mainly improves known dogs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565FA-FDBF-464E-8A31-202C7CF2A3A4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Strategy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known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unknown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Before fine-tuning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43.07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37.36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SyDog → Dogio fine-tuning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77.76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41.78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SyDog + StanfordExtra mixed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68.82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37.29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703B263-5389-46C0-B1BC-2D427A59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Fine-tuning vs before: known +34.69; unknown +4.42 percentage points.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5F9D6DC-1CEA-4A5D-9DE3-E3787EDA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MPJPE (known / unknown): 0.41 / 0.58 before → 0.16 / 0.44 after.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3899606-2E8D-49E1-81E5-CF2AD691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Table 6 p.8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15B67C0-70B1-487D-ADA7-CAF7FCD9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DF7191C-3ADA-4EBA-A68B-4AB621D1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Pose predictions before and after fine-tuning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8DC2EE-32CD-4488-BFE6-E95940DF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Known Dogio-11 | top: before; bottom: after | green: truth; blue: prediction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67556-C1D9-48CA-A3B3-6AFEA2958A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441461337426d"/>
          <a:stretch xmlns:a="http://schemas.openxmlformats.org/drawingml/2006/main"/>
        </p:blipFill>
        <p:spPr>
          <a:xfrm xmlns:a="http://schemas.openxmlformats.org/drawingml/2006/main">
            <a:off x="1342407" y="1409700"/>
            <a:ext cx="6459185" cy="2962275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300275A-1B14-4186-AE5E-DCB43A8D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36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Fine-tuning improves these examples, but does not solve unseen-breed generalization.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0CFC030-4122-48BF-9F2E-957CE06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Fig.4 p.9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501F72E-CA08-4CCA-B573-E918695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C778479-1F59-43D7-9F45-06182FF7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Pretraining: compare both PDJ and error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84D08-9F3C-42F0-87E5-11103E9A48C3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381125"/>
                <a:gridCol w="1381125"/>
                <a:gridCol w="1381125"/>
                <a:gridCol w="1381125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48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Pretraining source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K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U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MPJPE K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MPJPE U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48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SyDog-Video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77.76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41.78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StanfordExtra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73.02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24.34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0.52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Animal Pose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74.03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25.99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0.51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APT-36K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60.84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27.04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48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0.30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221FB41-32E9-42F0-86C6-3CD4A433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SyDog leads in PDJ; Animal Pose and APT achieve lower MPJPE in individual cases.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30B8F37-9A3B-4604-8C1D-1FE90EF1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K = known; U = unknown. All models are fine-tuned on Dogio-11; datasets differ.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8A74F16-BE08-46C4-AD38-CDB34D52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Table 7 p.9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6E2E7B4-19E9-4D89-B6C5-0D18BE1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1F35743-444F-4E26-B30F-DA40699A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Temporal control: SyDog vs NoTemp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15954-637E-491F-97C0-CA8531D47928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Pretraining setup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known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unknown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NoTemp: repeated single frame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63.35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27.63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Temporal: consecutive frames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77.76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41.78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Temporal − NoTemp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+14.41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+14.15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C4FD746-A240-460D-87E5-278B3700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The matched synthetic-data control supports a contribution from temporal context.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26C226C-C8EE-4502-BAA2-205A06E7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Both use LSTM Pose Machine and Dogio fine-tuning; MPJPE decreases by 0.07 in each split.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BF10007-76B0-4D55-AFD7-4FA3647E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p.6; Table 7 p.9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44031DD-605B-4493-8823-84426399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ADF975D-839D-4F1E-A984-54F1BF22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Challenging cases: motion and occlusion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EA165-B1E5-4066-B142-6680D1AAFEF3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381250"/>
                <a:gridCol w="2381250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Pretraining source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Challenge PDJ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Challenge MPJPE ↓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SyDog-Video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70.51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StanfordExtra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42.00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Animal Pose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47.39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0.31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APT-36K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54.65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182C586-DEB2-4FC2-BF07-894AC0F9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SyDog exceeds the strongest real-data comparator by 15.86 PDJ points.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A2A89B6-1138-4BE3-BF93-405343CA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Known challenging subset; Table 9 subset and overall values cannot be consistently reconciled.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13E1E98-6520-41EA-9B47-C539853D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Table 9 p.12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29177B5-0881-4181-BFBA-3FF59F84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E8E3E035-AEDA-4BB1-A836-3ACC8364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Visual evidence across time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F7BBF-C6A3-4D97-A244-9EF7139282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c5f0cf6d04fe7"/>
          <a:stretch xmlns:a="http://schemas.openxmlformats.org/drawingml/2006/main"/>
        </p:blipFill>
        <p:spPr>
          <a:xfrm xmlns:a="http://schemas.openxmlformats.org/drawingml/2006/main">
            <a:off x="500767" y="1219200"/>
            <a:ext cx="5799316" cy="3419475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52DF7882-D3D1-48C9-A001-CCE2E3C3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295400"/>
            <a:ext cx="2066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Follow each row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DDE6724-611A-45C9-81EE-19A613FC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19250"/>
            <a:ext cx="2066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Frames are sampled every 5 frames; inspect the leg and tail.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3EF87B0-51FE-495F-9F7C-ED96351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66950"/>
            <a:ext cx="2066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Compare sources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1F2BE2D-1E9B-480C-ACD4-052C3623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90800"/>
            <a:ext cx="2066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86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SyDog, StanfordExtra, Animal Pose and APT-36K.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9E75DC1-3D0C-446C-9652-DE1102B0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38500"/>
            <a:ext cx="2066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Reading the figure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4BC6389-EF5E-4044-93FA-0C587E5B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562350"/>
            <a:ext cx="2066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>
            <a:def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Green: truth; pink: prediction. All fine-tuned on Dogio.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6262257-93B8-4559-ABA3-E8AA0E92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2435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Qualitative consistency;</a:t>
            </a:r>
          </a:p>
          <a:p xmlns:a="http://schemas.openxmlformats.org/drawingml/2006/main">
            <a:pPr algn="l">
              <a:def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no jitter metric reported.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522FCC2-BB6A-4738-BB70-12B400E8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Fig.5 p.10; Figs.6–7 p.11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52D329B-A446-4B84-BF1F-4C9F08BE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3D3034D-E357-48E7-BD6C-D1FD0ED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Two-stage fine-tuning: a generalization trade-off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09272-056C-4F48-8941-C4F7206954DE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After SyDog pretraining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known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unknown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Direct → Dogio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77.76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41.78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→ StanfordExtra → Dogio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59.75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47.18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→ Animal Pose → Dogio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74.99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58.72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→ APT-36K → Dogio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72.44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58.38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6D29E09-76C5-426D-AA7F-508C020B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Animal Pose intermediate: unknown +16.94, but known −2.77 points.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9D0B4ED-432A-4B63-A5CC-0A8CEC9D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Compared with direct Dogio fine-tuning; the single-stage result is best only for known PDJ here.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D587277-BBD5-44EE-8B57-018486F5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Tables 7–8 p.9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D37F441-CE56-4473-823A-EA2D1DD6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BFF24C3-F418-4A7B-91EB-66050F5A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More complex backgrounds do not always help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FFBA1-8CE3-4D84-87D2-21965891F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d36ee13c644a7"/>
          <a:stretch xmlns:a="http://schemas.openxmlformats.org/drawingml/2006/main"/>
        </p:blipFill>
        <p:spPr>
          <a:xfrm xmlns:a="http://schemas.openxmlformats.org/drawingml/2006/main">
            <a:off x="1976518" y="1066800"/>
            <a:ext cx="5190964" cy="13144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C0575-E4A6-4B2C-91B4-A7E78785CDFF}"/>
              </a:ext>
            </a:extLst>
          </p:cNvPr>
          <p:cNvGraphicFramePr/>
          <p:nvPr/>
        </p:nvGraphicFramePr>
        <p:xfrm>
          <a:off xmlns:a="http://schemas.openxmlformats.org/drawingml/2006/main" x="476250" y="2533650"/>
          <a:ext xmlns:a="http://schemas.openxmlformats.org/drawingml/2006/main" cx="81915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</a:tblGrid>
              <a:tr h="3333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Synthetic background, fine-tuned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Known PDJ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Unknown PDJ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3333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Original clean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77.76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41.78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 ground plane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79.94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48.00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  <a:tr h="3333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People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79.24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38.90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Assets + people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74.14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39.76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1F0F4"/>
                    </a:solidFill>
                  </a:tcPr>
                </a:tc>
              </a:tr>
            </a:tbl>
          </a:graphicData>
        </a:graphic>
      </p:graphicFrame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B02DD638-3961-4A15-A53E-16DF3809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910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No ground plane performs best; people help known but reduce unknown PDJ.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A133079F-BC31-4F04-8982-46F2358C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Figs.8–9 p.12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A9F5799D-6560-4907-B8D5-ED7417ED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506FA158-C773-404E-B1B5-118293E2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More synthetic data eventually plateaus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05620-2255-4489-B6D9-A59F1E41B6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3375b88bc4644"/>
          <a:stretch xmlns:a="http://schemas.openxmlformats.org/drawingml/2006/main"/>
        </p:blipFill>
        <p:spPr>
          <a:xfrm xmlns:a="http://schemas.openxmlformats.org/drawingml/2006/main">
            <a:off x="420961" y="1343025"/>
            <a:ext cx="5292178" cy="3038475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1626B0B-33A7-4552-A106-670F7383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763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Around 7,700 sequences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3B103E6-6EB3-4D43-9821-4F74106F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Known plateaus; unknown may decline.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A1A4592-19ED-41FC-B151-493CBA95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Small pretraining also helps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8EE5648-4925-4961-BB6A-8FC8F43E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140 sequences yield ~73.42 known PDJ.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24FE9BE-B716-4088-8EC9-4212D93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Experimental condition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88D10B2-9FE5-4C93-B47C-C21B14D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195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>
            <a:def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No-ground-plane SyDog pretraining, then Dogio fine-tuning.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FDD64F4-C8D4-422B-A709-4DF21F19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Distribution matching matters as well as the amount of data.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C22A6D7-938D-4B83-B4C4-06D4911F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Fig.10 p.13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542C868C-98F2-4279-99E8-A512D233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4DBA093-F6C0-42A3-B704-476E8C9A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Appearance augmentation improves performance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B9E7C-BAD8-4FC1-8AC1-C5B0DCAC222D}"/>
              </a:ext>
            </a:extLst>
          </p:cNvPr>
          <p:cNvGraphicFramePr/>
          <p:nvPr/>
        </p:nvGraphicFramePr>
        <p:xfrm>
          <a:off xmlns:a="http://schemas.openxmlformats.org/drawingml/2006/main" x="476250" y="1238250"/>
          <a:ext xmlns:a="http://schemas.openxmlformats.org/drawingml/2006/main" cx="81915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</a:tblGrid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Synthetic augmentation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known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PDJ unknown ↑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T w="4763">
                      <a:solidFill>
                        <a:srgbClr val="D8D5E0"/>
                      </a:solidFill>
                      <a:prstDash val="solid"/>
                    </a:lnT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B3B9FB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73.63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32.34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Appearance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78.67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C7414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39.67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EEECFC"/>
                    </a:solidFill>
                  </a:tcPr>
                </a:tc>
              </a:tr>
              <a:tr h="44767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Appearance + geometry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8D5E0"/>
                      </a:solidFill>
                      <a:prstDash val="solid"/>
                    </a:lnL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77.76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030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38.04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8D5E0"/>
                      </a:solidFill>
                      <a:prstDash val="solid"/>
                    </a:lnR>
                    <a:lnB w="4763">
                      <a:solidFill>
                        <a:srgbClr val="D8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D0AEA96-FF78-449C-A67A-15435D17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Appearance vs none: known +5.04; unknown +7.33 percentage points.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170E008-F5F6-491E-9135-DFE9FB4E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No fur + full augmentation: known PDJ 80.53; other cells appear misplaced and are omitted.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219777B-6700-4282-AC7E-7308026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Table 10 p.13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DA5348C-FCD4-447A-A25C-65E25269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4F30F1F2-E113-4BD5-845F-45689928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Limitations and interpretation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297804-5522-4608-AA27-6A18BFF0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808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Generalization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508D33-5212-4CAF-8774-2410C08F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8086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Real-domain transfer is weak before fine-tuning; unseen breeds remain hard.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C4CCDC2-3C97-4286-BA37-EF4D8308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808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Representativeness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EBDA04-A4F2-425C-8731-4461AE6F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8086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Five synthetic dog types; known clips come from the same videos.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47D9E7D-4F1D-4C2D-BE10-B1154B6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86050"/>
            <a:ext cx="808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Comparison conditions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FD7770D-1727-444B-8629-8E06F91E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8086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Data scale, annotations and real-data sources differ.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D60527D-5E2C-49EC-802B-5C20A7B5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48050"/>
            <a:ext cx="808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Reproducibility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01F787-30F9-4F1A-824E-8FAF388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8086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Training counts conflict; Tables 9–10 contain reported inconsistencies.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4150EF6-F3E2-4DFF-B169-D8B0AEE9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574"/>
          </a:bodyPr>
          <a:lstStyle xmlns:a="http://schemas.openxmlformats.org/drawingml/2006/main">
            <a:def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C74142"/>
                </a:solidFill>
                <a:latin typeface="Microsoft JhengHei"/>
                <a:ea typeface="Microsoft JhengHei"/>
                <a:cs typeface="Microsoft JhengHei"/>
              </a:rPr>
              <a:t>Useful pretraining evidence, but not proof of broad clinical or breed-level performance.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8D205AB-5311-4E1F-A3D3-A9ADD993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pp.13–14; Tables 2, 6, 7, 9, 10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0B797B0-6BA8-4C73-9E1A-0F42B436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9E939ADA-67FA-4C56-9878-807B485F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Conclusions and discussion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90B711B-DB81-4E9C-A3F0-8CACAB0A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Synthetic video supports pretraining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989DB1-588F-4F5E-B958-C30CBA65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Automatic pose labels enable learning with limited real data.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9DAEE4-2E90-4F25-BDF5-0D13C720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A direct temporal control supports its value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F21B2A0-7B47-4C19-B8C8-279FBBA1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NoTemp comparison: +14.41 known and +14.15 unknown PDJ points.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9CF7422-E212-4A34-AF96-2911090F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14889"/>
                </a:solidFill>
                <a:latin typeface="Microsoft JhengHei"/>
                <a:ea typeface="Microsoft JhengHei"/>
                <a:cs typeface="Microsoft JhengHei"/>
              </a:rPr>
              <a:t>Adaptation and diversity remain important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6EEB4C2-600C-45EB-8BF2-5A688926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03035"/>
                </a:solidFill>
                <a:latin typeface="Microsoft JhengHei"/>
                <a:ea typeface="Microsoft JhengHei"/>
                <a:cs typeface="Microsoft JhengHei"/>
              </a:rPr>
              <a:t>The domain gap and unseen-breed challenges persist.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7DF868C-AE03-4A98-ACA1-F3C20E94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defPPr>
            <a:lvl1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1pPr>
            <a:lvl2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2pPr>
            <a:lvl3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3pPr>
            <a:lvl4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4pPr>
            <a:lvl5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5pPr>
            <a:lvl6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6pPr>
            <a:lvl7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7pPr>
            <a:lvl8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8pPr>
            <a:lvl9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Shooter, M., Malleson, C., &amp; Hilton, A. (2024).</a:t>
            </a:r>
          </a:p>
          <a:p xmlns:a="http://schemas.openxmlformats.org/drawingml/2006/main">
            <a: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SyDog-Video: A Synthetic Dog Video Dataset for Temporal Pose Estimation.</a:t>
            </a:r>
          </a:p>
          <a:p xmlns:a="http://schemas.openxmlformats.org/drawingml/2006/main">
            <a:pPr algn="l">
              <a:defRPr sz="1200" b="0">
                <a:solidFill>
                  <a:srgbClr val="30303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303035"/>
                </a:solidFill>
                <a:latin typeface="Lato"/>
                <a:ea typeface="Lato"/>
                <a:cs typeface="Lato"/>
              </a:rPr>
              <a:t>IJCV, 132, 1986–2002. doi:10.1007/s11263-023-01946-z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A3D3A55-1B75-40EE-835A-218DCC4E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481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Figures cropped from paper (CC BY 4.0) · Template: Slidesgo</a:t>
            </a:r>
          </a:p>
          <a:p xmlns:a="http://schemas.openxmlformats.org/drawingml/2006/main">
            <a:pPr algn="l">
              <a:def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Template icons and assets: Flaticon / Freepik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0DCFE74-BC09-4EF5-9C46-6B4FC3EC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783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636E"/>
                </a:solidFill>
                <a:latin typeface="Microsoft JhengHei"/>
                <a:ea typeface="Microsoft JhengHei"/>
                <a:cs typeface="Microsoft JhengHei"/>
              </a:rPr>
              <a:t>Source: Shooter et al. (2024), Tables 6–8; §6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306DA3C-4DA7-4200-8584-D1291EE4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-0">
            <a:extLst xmlns:a="http://schemas.openxmlformats.org/drawingml/2006/main">
              <a:ext uri="{FF2B5EF4-FFF2-40B4-BE49-F238E27FC236}">
                <a16:creationId xmlns:a16="http://schemas.microsoft.com/office/drawing/2014/main" id="{883DF360-6812-440C-8B7D-EAB9D9F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002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defPPr>
            <a:lvl1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1pPr>
            <a:lvl2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2pPr>
            <a:lvl3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3pPr>
            <a:lvl4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4pPr>
            <a:lvl5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5pPr>
            <a:lvl6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6pPr>
            <a:lvl7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7pPr>
            <a:lvl8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8pPr>
            <a:lvl9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defRPr>
            </a:pPr>
            <a:r>
              <a:rPr sz="4050" b="1">
                <a:solidFill>
                  <a:srgbClr val="514889"/>
                </a:solidFill>
                <a:latin typeface="Livvic Medium"/>
                <a:ea typeface="Livvic Medium"/>
                <a:cs typeface="Livvic Medium"/>
              </a:rPr>
              <a:t>Thank you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8FE855-7959-421D-9185-51411E8D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910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defPPr>
            <a:lvl1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1pPr>
            <a:lvl2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2pPr>
            <a:lvl3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3pPr>
            <a:lvl4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4pPr>
            <a:lvl5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5pPr>
            <a:lvl6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6pPr>
            <a:lvl7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7pPr>
            <a:lvl8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8pPr>
            <a:lvl9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636E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636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48850780"/>
      </p:ext>
    </p:extLst>
  </p:cSld>
</p:sld>
</file>

<file path=ppt/theme/theme1.xml><?xml version="1.0" encoding="utf-8"?>
<a:theme xmlns:a="http://schemas.openxmlformats.org/drawingml/2006/main" name="Animal Center XL by Slidesgo">
  <a:themeElements>
    <a:clrScheme name="Simple Light">
      <a:dk1>
        <a:srgbClr val="2E2E2E"/>
      </a:dk1>
      <a:lt1>
        <a:srgbClr val="F5F5F5"/>
      </a:lt1>
      <a:dk2>
        <a:srgbClr val="595959"/>
      </a:dk2>
      <a:lt2>
        <a:srgbClr val="EEEEEE"/>
      </a:lt2>
      <a:accent1>
        <a:srgbClr val="B3B9FB"/>
      </a:accent1>
      <a:accent2>
        <a:srgbClr val="FFDB8F"/>
      </a:accent2>
      <a:accent3>
        <a:srgbClr val="9DE0EE"/>
      </a:accent3>
      <a:accent4>
        <a:srgbClr val="D2D6FD"/>
      </a:accent4>
      <a:accent5>
        <a:srgbClr val="F3E0B7"/>
      </a:accent5>
      <a:accent6>
        <a:srgbClr val="C9F0F8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2026-10-30T12:23:26.5080000Z</dcterms:created>
  <dcterms:modified xsi:type="dcterms:W3CDTF">2026-10-30T12:23:26.5080000Z</dcterms:modified>
</coreProperties>
</file>