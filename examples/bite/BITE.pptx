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dcc22e4ee4375" /><Relationship Type="http://schemas.openxmlformats.org/officeDocument/2006/relationships/extended-properties" Target="/docProps/app.xml" Id="Rc3ad4ec22a6343fe" /><Relationship Type="http://schemas.openxmlformats.org/officeDocument/2006/relationships/officeDocument" Target="/ppt/presentation.xml" Id="R9be0bf1c48ad416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6f1a46f353f4f9b"/>
    <p:sldMasterId xmlns:r="http://schemas.openxmlformats.org/officeDocument/2006/relationships" id="2147483710" r:id="R6b67db472b5b4586"/>
  </p:sldMasterIdLst>
  <p:notesMasterIdLst>
    <p:notesMasterId xmlns:r="http://schemas.openxmlformats.org/officeDocument/2006/relationships" r:id="Re10b34316d804a88"/>
  </p:notesMasterIdLst>
  <p:sldIdLst>
    <p:sldId xmlns:r="http://schemas.openxmlformats.org/officeDocument/2006/relationships" id="256" r:id="Raeff38bc24204a3a"/>
    <p:sldId xmlns:r="http://schemas.openxmlformats.org/officeDocument/2006/relationships" id="257" r:id="R080e482280dd4378"/>
    <p:sldId xmlns:r="http://schemas.openxmlformats.org/officeDocument/2006/relationships" id="258" r:id="R58b3c84b2145415e"/>
    <p:sldId xmlns:r="http://schemas.openxmlformats.org/officeDocument/2006/relationships" id="259" r:id="Rc466d707028f4a48"/>
    <p:sldId xmlns:r="http://schemas.openxmlformats.org/officeDocument/2006/relationships" id="260" r:id="Rcd231afd0e614b48"/>
    <p:sldId xmlns:r="http://schemas.openxmlformats.org/officeDocument/2006/relationships" id="261" r:id="R8b746b4453c84478"/>
    <p:sldId xmlns:r="http://schemas.openxmlformats.org/officeDocument/2006/relationships" id="262" r:id="R5e005ce489f84e29"/>
    <p:sldId xmlns:r="http://schemas.openxmlformats.org/officeDocument/2006/relationships" id="263" r:id="Rea3c182b6ace45de"/>
    <p:sldId xmlns:r="http://schemas.openxmlformats.org/officeDocument/2006/relationships" id="264" r:id="R0b71961cb07947cf"/>
    <p:sldId xmlns:r="http://schemas.openxmlformats.org/officeDocument/2006/relationships" id="265" r:id="R027c21b161c34c80"/>
    <p:sldId xmlns:r="http://schemas.openxmlformats.org/officeDocument/2006/relationships" id="266" r:id="Rff3074eb16f44c79"/>
    <p:sldId xmlns:r="http://schemas.openxmlformats.org/officeDocument/2006/relationships" id="267" r:id="R9f7ec3f8ae304f23"/>
    <p:sldId xmlns:r="http://schemas.openxmlformats.org/officeDocument/2006/relationships" id="268" r:id="Rc94dd9ae7f86492d"/>
    <p:sldId xmlns:r="http://schemas.openxmlformats.org/officeDocument/2006/relationships" id="269" r:id="R69fed3b8d72e476c"/>
    <p:sldId xmlns:r="http://schemas.openxmlformats.org/officeDocument/2006/relationships" id="270" r:id="Rfa50553c75f84699"/>
    <p:sldId xmlns:r="http://schemas.openxmlformats.org/officeDocument/2006/relationships" id="271" r:id="R7f89ba9db71d4160"/>
    <p:sldId xmlns:r="http://schemas.openxmlformats.org/officeDocument/2006/relationships" id="272" r:id="Rd9b954bf00e44610"/>
    <p:sldId xmlns:r="http://schemas.openxmlformats.org/officeDocument/2006/relationships" id="273" r:id="R3efd807a6e854939"/>
    <p:sldId xmlns:r="http://schemas.openxmlformats.org/officeDocument/2006/relationships" id="274" r:id="R68f64b414ce747de"/>
    <p:sldId xmlns:r="http://schemas.openxmlformats.org/officeDocument/2006/relationships" id="275" r:id="Rbe930c6ad95f4f5a"/>
    <p:sldId xmlns:r="http://schemas.openxmlformats.org/officeDocument/2006/relationships" id="276" r:id="R4a5fcd208fc44008"/>
    <p:sldId xmlns:r="http://schemas.openxmlformats.org/officeDocument/2006/relationships" id="277" r:id="Rea60f8b3f0da4457"/>
    <p:sldId xmlns:r="http://schemas.openxmlformats.org/officeDocument/2006/relationships" id="278" r:id="R047631c7a211456e"/>
    <p:sldId xmlns:r="http://schemas.openxmlformats.org/officeDocument/2006/relationships" id="279" r:id="R1128ca70a7334f6c"/>
    <p:sldId xmlns:r="http://schemas.openxmlformats.org/officeDocument/2006/relationships" id="280" r:id="Rc83c72688085420f"/>
    <p:sldId xmlns:r="http://schemas.openxmlformats.org/officeDocument/2006/relationships" id="281" r:id="R9505a10581f44665"/>
    <p:sldId xmlns:r="http://schemas.openxmlformats.org/officeDocument/2006/relationships" id="282" r:id="R56c38dddb11e408b"/>
    <p:sldId xmlns:r="http://schemas.openxmlformats.org/officeDocument/2006/relationships" id="283" r:id="R22c45a0b3473414a"/>
    <p:sldId xmlns:r="http://schemas.openxmlformats.org/officeDocument/2006/relationships" id="284" r:id="R62b323aec2074a9b"/>
    <p:sldId xmlns:r="http://schemas.openxmlformats.org/officeDocument/2006/relationships" id="285" r:id="Rc385052dc28a425f"/>
  </p:sldIdLst>
  <p:sldSz cx="9144000" cy="5143500"/>
  <p:notesSz cx="6858000" cy="9144000"/>
  <p:embeddedFontLst>
    <p:embeddedFont>
      <p:font typeface="Proxima Nova"/>
      <p:regular xmlns:r="http://schemas.openxmlformats.org/officeDocument/2006/relationships" r:id="R1885a5ef821445ab"/>
      <p:bold xmlns:r="http://schemas.openxmlformats.org/officeDocument/2006/relationships" r:id="R372c17031bba47ad"/>
      <p:italic xmlns:r="http://schemas.openxmlformats.org/officeDocument/2006/relationships" r:id="R62831df20c404510"/>
      <p:boldItalic xmlns:r="http://schemas.openxmlformats.org/officeDocument/2006/relationships" r:id="Rcce94cb87b874c21"/>
    </p:embeddedFont>
    <p:embeddedFont>
      <p:font typeface="Roboto Medium"/>
      <p:regular xmlns:r="http://schemas.openxmlformats.org/officeDocument/2006/relationships" r:id="R264cde1575744d0d"/>
      <p:bold xmlns:r="http://schemas.openxmlformats.org/officeDocument/2006/relationships" r:id="R52ccea10a864436b"/>
      <p:italic xmlns:r="http://schemas.openxmlformats.org/officeDocument/2006/relationships" r:id="Rd322fc192e3e4186"/>
      <p:boldItalic xmlns:r="http://schemas.openxmlformats.org/officeDocument/2006/relationships" r:id="Ra2c905cd8725410f"/>
    </p:embeddedFont>
    <p:embeddedFont>
      <p:font typeface="Amatic SC"/>
      <p:regular xmlns:r="http://schemas.openxmlformats.org/officeDocument/2006/relationships" r:id="Re9483d5810ea450a"/>
      <p:bold xmlns:r="http://schemas.openxmlformats.org/officeDocument/2006/relationships" r:id="Rab10859827e24f59"/>
    </p:embeddedFont>
    <p:embeddedFont>
      <p:font typeface="Ubuntu Condensed"/>
      <p:regular xmlns:r="http://schemas.openxmlformats.org/officeDocument/2006/relationships" r:id="Ra54dff27ade344a5"/>
    </p:embeddedFont>
    <p:embeddedFont>
      <p:font typeface="Lato"/>
      <p:regular xmlns:r="http://schemas.openxmlformats.org/officeDocument/2006/relationships" r:id="R155edf54589142a1"/>
      <p:bold xmlns:r="http://schemas.openxmlformats.org/officeDocument/2006/relationships" r:id="R4f657007138f48f9"/>
      <p:italic xmlns:r="http://schemas.openxmlformats.org/officeDocument/2006/relationships" r:id="R7fe49a921b5c4bd3"/>
      <p:boldItalic xmlns:r="http://schemas.openxmlformats.org/officeDocument/2006/relationships" r:id="Rf44d74f5b0f744cd"/>
    </p:embeddedFont>
    <p:embeddedFont>
      <p:font typeface="Lato Light"/>
      <p:regular xmlns:r="http://schemas.openxmlformats.org/officeDocument/2006/relationships" r:id="R106da177f3724faf"/>
      <p:bold xmlns:r="http://schemas.openxmlformats.org/officeDocument/2006/relationships" r:id="R0954e77f3eab4739"/>
      <p:italic xmlns:r="http://schemas.openxmlformats.org/officeDocument/2006/relationships" r:id="R5541af4a059342bb"/>
      <p:boldItalic xmlns:r="http://schemas.openxmlformats.org/officeDocument/2006/relationships" r:id="Rb1b6c45f65a74024"/>
    </p:embeddedFont>
    <p:embeddedFont>
      <p:font typeface="Fira Sans Condensed Medium"/>
      <p:regular xmlns:r="http://schemas.openxmlformats.org/officeDocument/2006/relationships" r:id="Rfde396cf05774b48"/>
      <p:bold xmlns:r="http://schemas.openxmlformats.org/officeDocument/2006/relationships" r:id="Ref080968d2ad4b1f"/>
      <p:italic xmlns:r="http://schemas.openxmlformats.org/officeDocument/2006/relationships" r:id="Re5d55f8d26654f0e"/>
      <p:boldItalic xmlns:r="http://schemas.openxmlformats.org/officeDocument/2006/relationships" r:id="Rc65f6326496b43b6"/>
    </p:embeddedFont>
    <p:embeddedFont>
      <p:font typeface="Fira Sans Extra Condensed Medium"/>
      <p:regular xmlns:r="http://schemas.openxmlformats.org/officeDocument/2006/relationships" r:id="R68218e7799684705"/>
      <p:bold xmlns:r="http://schemas.openxmlformats.org/officeDocument/2006/relationships" r:id="R3c843999a5004e1b"/>
      <p:italic xmlns:r="http://schemas.openxmlformats.org/officeDocument/2006/relationships" r:id="R8e537c0d979c4874"/>
      <p:boldItalic xmlns:r="http://schemas.openxmlformats.org/officeDocument/2006/relationships" r:id="R59a1cc4bee7449ce"/>
    </p:embeddedFont>
    <p:embeddedFont>
      <p:font typeface="Livvic Medium"/>
      <p:regular xmlns:r="http://schemas.openxmlformats.org/officeDocument/2006/relationships" r:id="Raa21671cfb704aba"/>
      <p:bold xmlns:r="http://schemas.openxmlformats.org/officeDocument/2006/relationships" r:id="Rd5c490b5a3954ffc"/>
      <p:italic xmlns:r="http://schemas.openxmlformats.org/officeDocument/2006/relationships" r:id="R7f060d7bd3584e55"/>
      <p:boldItalic xmlns:r="http://schemas.openxmlformats.org/officeDocument/2006/relationships" r:id="Rb60c923b7af9470b"/>
    </p:embeddedFont>
    <p:embeddedFont>
      <p:font typeface="Livvic"/>
      <p:regular xmlns:r="http://schemas.openxmlformats.org/officeDocument/2006/relationships" r:id="R1810c9c588ce4b1e"/>
      <p:bold xmlns:r="http://schemas.openxmlformats.org/officeDocument/2006/relationships" r:id="R20659a8a075f4b39"/>
      <p:italic xmlns:r="http://schemas.openxmlformats.org/officeDocument/2006/relationships" r:id="Rb70cae986e8144b1"/>
      <p:boldItalic xmlns:r="http://schemas.openxmlformats.org/officeDocument/2006/relationships" r:id="R44121467b0054ed7"/>
    </p:embeddedFont>
    <p:embeddedFont>
      <p:font typeface="Proxima Nova Semibold"/>
      <p:regular xmlns:r="http://schemas.openxmlformats.org/officeDocument/2006/relationships" r:id="Rdc050d90f9204d74"/>
      <p:bold xmlns:r="http://schemas.openxmlformats.org/officeDocument/2006/relationships" r:id="R27baae8041f646d9"/>
      <p:boldItalic xmlns:r="http://schemas.openxmlformats.org/officeDocument/2006/relationships" r:id="Rce39997b0d0b425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0781DA3E-E259-4224-BCB1-08E8F0E299A6}">
  <a:tblStyle styleId="{0781DA3E-E259-4224-BCB1-08E8F0E29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7d9c502d7b4408" /><Relationship Type="http://schemas.openxmlformats.org/officeDocument/2006/relationships/slideMaster" Target="/ppt/slideMasters/slideMaster1.xml" Id="Rd6f1a46f353f4f9b" /><Relationship Type="http://schemas.openxmlformats.org/officeDocument/2006/relationships/slideMaster" Target="/ppt/slideMasters/slideMaster2.xml" Id="R6b67db472b5b4586" /><Relationship Type="http://schemas.openxmlformats.org/officeDocument/2006/relationships/notesMaster" Target="/ppt/notesMasters/notesMaster1.xml" Id="Re10b34316d804a88" /><Relationship Type="http://schemas.openxmlformats.org/officeDocument/2006/relationships/presProps" Target="/ppt/presProps.xml" Id="Rcc330a3f77a94734" /><Relationship Type="http://schemas.openxmlformats.org/officeDocument/2006/relationships/viewProps" Target="/ppt/viewProps.xml" Id="R83477da1ce254e02" /><Relationship Type="http://schemas.openxmlformats.org/officeDocument/2006/relationships/tableStyles" Target="/ppt/tableStyles.xml" Id="Rdf8d6c76e4f049e4" /><Relationship Type="http://schemas.openxmlformats.org/officeDocument/2006/relationships/font" Target="/ppt/fonts/font.dat" Id="R1885a5ef821445ab" /><Relationship Type="http://schemas.openxmlformats.org/officeDocument/2006/relationships/font" Target="/ppt/fonts/font2.dat" Id="R372c17031bba47ad" /><Relationship Type="http://schemas.openxmlformats.org/officeDocument/2006/relationships/font" Target="/ppt/fonts/font3.dat" Id="R62831df20c404510" /><Relationship Type="http://schemas.openxmlformats.org/officeDocument/2006/relationships/font" Target="/ppt/fonts/font4.dat" Id="Rcce94cb87b874c21" /><Relationship Type="http://schemas.openxmlformats.org/officeDocument/2006/relationships/font" Target="/ppt/fonts/font5.dat" Id="R264cde1575744d0d" /><Relationship Type="http://schemas.openxmlformats.org/officeDocument/2006/relationships/font" Target="/ppt/fonts/font6.dat" Id="R52ccea10a864436b" /><Relationship Type="http://schemas.openxmlformats.org/officeDocument/2006/relationships/font" Target="/ppt/fonts/font7.dat" Id="Rd322fc192e3e4186" /><Relationship Type="http://schemas.openxmlformats.org/officeDocument/2006/relationships/font" Target="/ppt/fonts/font8.dat" Id="Ra2c905cd8725410f" /><Relationship Type="http://schemas.openxmlformats.org/officeDocument/2006/relationships/font" Target="/ppt/fonts/font9.dat" Id="Re9483d5810ea450a" /><Relationship Type="http://schemas.openxmlformats.org/officeDocument/2006/relationships/font" Target="/ppt/fonts/font10.dat" Id="Rab10859827e24f59" /><Relationship Type="http://schemas.openxmlformats.org/officeDocument/2006/relationships/font" Target="/ppt/fonts/font11.dat" Id="Ra54dff27ade344a5" /><Relationship Type="http://schemas.openxmlformats.org/officeDocument/2006/relationships/font" Target="/ppt/fonts/font12.dat" Id="R155edf54589142a1" /><Relationship Type="http://schemas.openxmlformats.org/officeDocument/2006/relationships/font" Target="/ppt/fonts/font13.dat" Id="R4f657007138f48f9" /><Relationship Type="http://schemas.openxmlformats.org/officeDocument/2006/relationships/font" Target="/ppt/fonts/font14.dat" Id="R7fe49a921b5c4bd3" /><Relationship Type="http://schemas.openxmlformats.org/officeDocument/2006/relationships/font" Target="/ppt/fonts/font15.dat" Id="Rf44d74f5b0f744cd" /><Relationship Type="http://schemas.openxmlformats.org/officeDocument/2006/relationships/font" Target="/ppt/fonts/font16.dat" Id="R106da177f3724faf" /><Relationship Type="http://schemas.openxmlformats.org/officeDocument/2006/relationships/font" Target="/ppt/fonts/font17.dat" Id="R0954e77f3eab4739" /><Relationship Type="http://schemas.openxmlformats.org/officeDocument/2006/relationships/font" Target="/ppt/fonts/font18.dat" Id="R5541af4a059342bb" /><Relationship Type="http://schemas.openxmlformats.org/officeDocument/2006/relationships/font" Target="/ppt/fonts/font19.dat" Id="Rb1b6c45f65a74024" /><Relationship Type="http://schemas.openxmlformats.org/officeDocument/2006/relationships/font" Target="/ppt/fonts/font20.dat" Id="Rfde396cf05774b48" /><Relationship Type="http://schemas.openxmlformats.org/officeDocument/2006/relationships/font" Target="/ppt/fonts/font21.dat" Id="Ref080968d2ad4b1f" /><Relationship Type="http://schemas.openxmlformats.org/officeDocument/2006/relationships/font" Target="/ppt/fonts/font22.dat" Id="Re5d55f8d26654f0e" /><Relationship Type="http://schemas.openxmlformats.org/officeDocument/2006/relationships/font" Target="/ppt/fonts/font23.dat" Id="Rc65f6326496b43b6" /><Relationship Type="http://schemas.openxmlformats.org/officeDocument/2006/relationships/font" Target="/ppt/fonts/font24.dat" Id="R68218e7799684705" /><Relationship Type="http://schemas.openxmlformats.org/officeDocument/2006/relationships/font" Target="/ppt/fonts/font25.dat" Id="R3c843999a5004e1b" /><Relationship Type="http://schemas.openxmlformats.org/officeDocument/2006/relationships/font" Target="/ppt/fonts/font26.dat" Id="R8e537c0d979c4874" /><Relationship Type="http://schemas.openxmlformats.org/officeDocument/2006/relationships/font" Target="/ppt/fonts/font27.dat" Id="R59a1cc4bee7449ce" /><Relationship Type="http://schemas.openxmlformats.org/officeDocument/2006/relationships/font" Target="/ppt/fonts/font28.dat" Id="Raa21671cfb704aba" /><Relationship Type="http://schemas.openxmlformats.org/officeDocument/2006/relationships/font" Target="/ppt/fonts/font29.dat" Id="Rd5c490b5a3954ffc" /><Relationship Type="http://schemas.openxmlformats.org/officeDocument/2006/relationships/font" Target="/ppt/fonts/font30.dat" Id="R7f060d7bd3584e55" /><Relationship Type="http://schemas.openxmlformats.org/officeDocument/2006/relationships/font" Target="/ppt/fonts/font31.dat" Id="Rb60c923b7af9470b" /><Relationship Type="http://schemas.openxmlformats.org/officeDocument/2006/relationships/font" Target="/ppt/fonts/font32.dat" Id="R1810c9c588ce4b1e" /><Relationship Type="http://schemas.openxmlformats.org/officeDocument/2006/relationships/font" Target="/ppt/fonts/font33.dat" Id="R20659a8a075f4b39" /><Relationship Type="http://schemas.openxmlformats.org/officeDocument/2006/relationships/font" Target="/ppt/fonts/font34.dat" Id="Rb70cae986e8144b1" /><Relationship Type="http://schemas.openxmlformats.org/officeDocument/2006/relationships/font" Target="/ppt/fonts/font35.dat" Id="R44121467b0054ed7" /><Relationship Type="http://schemas.openxmlformats.org/officeDocument/2006/relationships/font" Target="/ppt/fonts/font36.dat" Id="Rdc050d90f9204d74" /><Relationship Type="http://schemas.openxmlformats.org/officeDocument/2006/relationships/font" Target="/ppt/fonts/font37.dat" Id="R27baae8041f646d9" /><Relationship Type="http://schemas.openxmlformats.org/officeDocument/2006/relationships/font" Target="/ppt/fonts/font38.dat" Id="Rce39997b0d0b4251" /><Relationship Type="http://schemas.openxmlformats.org/officeDocument/2006/relationships/slide" Target="/ppt/slides/slide1.xml" Id="Raeff38bc24204a3a" /><Relationship Type="http://schemas.openxmlformats.org/officeDocument/2006/relationships/slide" Target="/ppt/slides/slide2.xml" Id="R080e482280dd4378" /><Relationship Type="http://schemas.openxmlformats.org/officeDocument/2006/relationships/slide" Target="/ppt/slides/slide3.xml" Id="R58b3c84b2145415e" /><Relationship Type="http://schemas.openxmlformats.org/officeDocument/2006/relationships/slide" Target="/ppt/slides/slide4.xml" Id="Rc466d707028f4a48" /><Relationship Type="http://schemas.openxmlformats.org/officeDocument/2006/relationships/slide" Target="/ppt/slides/slide5.xml" Id="Rcd231afd0e614b48" /><Relationship Type="http://schemas.openxmlformats.org/officeDocument/2006/relationships/slide" Target="/ppt/slides/slide6.xml" Id="R8b746b4453c84478" /><Relationship Type="http://schemas.openxmlformats.org/officeDocument/2006/relationships/slide" Target="/ppt/slides/slide7.xml" Id="R5e005ce489f84e29" /><Relationship Type="http://schemas.openxmlformats.org/officeDocument/2006/relationships/slide" Target="/ppt/slides/slide8.xml" Id="Rea3c182b6ace45de" /><Relationship Type="http://schemas.openxmlformats.org/officeDocument/2006/relationships/slide" Target="/ppt/slides/slide9.xml" Id="R0b71961cb07947cf" /><Relationship Type="http://schemas.openxmlformats.org/officeDocument/2006/relationships/slide" Target="/ppt/slides/slide10.xml" Id="R027c21b161c34c80" /><Relationship Type="http://schemas.openxmlformats.org/officeDocument/2006/relationships/slide" Target="/ppt/slides/slide11.xml" Id="Rff3074eb16f44c79" /><Relationship Type="http://schemas.openxmlformats.org/officeDocument/2006/relationships/slide" Target="/ppt/slides/slide12.xml" Id="R9f7ec3f8ae304f23" /><Relationship Type="http://schemas.openxmlformats.org/officeDocument/2006/relationships/slide" Target="/ppt/slides/slide13.xml" Id="Rc94dd9ae7f86492d" /><Relationship Type="http://schemas.openxmlformats.org/officeDocument/2006/relationships/slide" Target="/ppt/slides/slide14.xml" Id="R69fed3b8d72e476c" /><Relationship Type="http://schemas.openxmlformats.org/officeDocument/2006/relationships/slide" Target="/ppt/slides/slide15.xml" Id="Rfa50553c75f84699" /><Relationship Type="http://schemas.openxmlformats.org/officeDocument/2006/relationships/slide" Target="/ppt/slides/slide16.xml" Id="R7f89ba9db71d4160" /><Relationship Type="http://schemas.openxmlformats.org/officeDocument/2006/relationships/slide" Target="/ppt/slides/slide17.xml" Id="Rd9b954bf00e44610" /><Relationship Type="http://schemas.openxmlformats.org/officeDocument/2006/relationships/slide" Target="/ppt/slides/slide18.xml" Id="R3efd807a6e854939" /><Relationship Type="http://schemas.openxmlformats.org/officeDocument/2006/relationships/slide" Target="/ppt/slides/slide19.xml" Id="R68f64b414ce747de" /><Relationship Type="http://schemas.openxmlformats.org/officeDocument/2006/relationships/slide" Target="/ppt/slides/slide20.xml" Id="Rbe930c6ad95f4f5a" /><Relationship Type="http://schemas.openxmlformats.org/officeDocument/2006/relationships/slide" Target="/ppt/slides/slide21.xml" Id="R4a5fcd208fc44008" /><Relationship Type="http://schemas.openxmlformats.org/officeDocument/2006/relationships/slide" Target="/ppt/slides/slide22.xml" Id="Rea60f8b3f0da4457" /><Relationship Type="http://schemas.openxmlformats.org/officeDocument/2006/relationships/slide" Target="/ppt/slides/slide23.xml" Id="R047631c7a211456e" /><Relationship Type="http://schemas.openxmlformats.org/officeDocument/2006/relationships/slide" Target="/ppt/slides/slide24.xml" Id="R1128ca70a7334f6c" /><Relationship Type="http://schemas.openxmlformats.org/officeDocument/2006/relationships/slide" Target="/ppt/slides/slide25.xml" Id="Rc83c72688085420f" /><Relationship Type="http://schemas.openxmlformats.org/officeDocument/2006/relationships/slide" Target="/ppt/slides/slide26.xml" Id="R9505a10581f44665" /><Relationship Type="http://schemas.openxmlformats.org/officeDocument/2006/relationships/slide" Target="/ppt/slides/slide27.xml" Id="R56c38dddb11e408b" /><Relationship Type="http://schemas.openxmlformats.org/officeDocument/2006/relationships/slide" Target="/ppt/slides/slide28.xml" Id="R22c45a0b3473414a" /><Relationship Type="http://schemas.openxmlformats.org/officeDocument/2006/relationships/slide" Target="/ppt/slides/slide29.xml" Id="R62b323aec2074a9b" /><Relationship Type="http://schemas.openxmlformats.org/officeDocument/2006/relationships/slide" Target="/ppt/slides/slide30.xml" Id="Rc385052dc28a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7f53332d49d40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c5d1e8f4a4170" /><Relationship Type="http://schemas.openxmlformats.org/officeDocument/2006/relationships/notesMaster" Target="/ppt/notesMasters/notesMaster1.xml" Id="R614e219831f5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3e998fb97c4b77" /><Relationship Type="http://schemas.openxmlformats.org/officeDocument/2006/relationships/notesMaster" Target="/ppt/notesMasters/notesMaster1.xml" Id="R8354fd755a4642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e0991280864acb" /><Relationship Type="http://schemas.openxmlformats.org/officeDocument/2006/relationships/notesMaster" Target="/ppt/notesMasters/notesMaster1.xml" Id="R571c4bf1ff2740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7a0cc235e4cc8" /><Relationship Type="http://schemas.openxmlformats.org/officeDocument/2006/relationships/notesMaster" Target="/ppt/notesMasters/notesMaster1.xml" Id="Rd47e86283feb4c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321a887ef74008" /><Relationship Type="http://schemas.openxmlformats.org/officeDocument/2006/relationships/notesMaster" Target="/ppt/notesMasters/notesMaster1.xml" Id="R7c11d9c0d76d42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a5a9cefeba4e51" /><Relationship Type="http://schemas.openxmlformats.org/officeDocument/2006/relationships/notesMaster" Target="/ppt/notesMasters/notesMaster1.xml" Id="Rfc838eb9cc8947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e2e28607a44e1a" /><Relationship Type="http://schemas.openxmlformats.org/officeDocument/2006/relationships/notesMaster" Target="/ppt/notesMasters/notesMaster1.xml" Id="Rb7f81fe3530942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18c78fbda34986" /><Relationship Type="http://schemas.openxmlformats.org/officeDocument/2006/relationships/notesMaster" Target="/ppt/notesMasters/notesMaster1.xml" Id="R46d31bd0fc9f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26665a09cf4469" /><Relationship Type="http://schemas.openxmlformats.org/officeDocument/2006/relationships/notesMaster" Target="/ppt/notesMasters/notesMaster1.xml" Id="R1b110e1c384942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8a8d968ded4ffd" /><Relationship Type="http://schemas.openxmlformats.org/officeDocument/2006/relationships/notesMaster" Target="/ppt/notesMasters/notesMaster1.xml" Id="Rd37b4bc77ec541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7232cb12274b26" /><Relationship Type="http://schemas.openxmlformats.org/officeDocument/2006/relationships/notesMaster" Target="/ppt/notesMasters/notesMaster1.xml" Id="Ra63b839d5c254f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fe12cbce9941c8" /><Relationship Type="http://schemas.openxmlformats.org/officeDocument/2006/relationships/notesMaster" Target="/ppt/notesMasters/notesMaster1.xml" Id="Rf4140c4d029c4d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1947181efa4e1f" /><Relationship Type="http://schemas.openxmlformats.org/officeDocument/2006/relationships/notesMaster" Target="/ppt/notesMasters/notesMaster1.xml" Id="R41d38ebddb6b43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9cc7a6e688451d" /><Relationship Type="http://schemas.openxmlformats.org/officeDocument/2006/relationships/notesMaster" Target="/ppt/notesMasters/notesMaster1.xml" Id="R8d9c1e17cf014f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be97bac17e4a1a" /><Relationship Type="http://schemas.openxmlformats.org/officeDocument/2006/relationships/notesMaster" Target="/ppt/notesMasters/notesMaster1.xml" Id="Rd8d192c0fc294a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4c469b52014659" /><Relationship Type="http://schemas.openxmlformats.org/officeDocument/2006/relationships/notesMaster" Target="/ppt/notesMasters/notesMaster1.xml" Id="R313c114ffe1342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6c45f452ac4e23" /><Relationship Type="http://schemas.openxmlformats.org/officeDocument/2006/relationships/notesMaster" Target="/ppt/notesMasters/notesMaster1.xml" Id="Rb7024baae04542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3eec6c138844f6" /><Relationship Type="http://schemas.openxmlformats.org/officeDocument/2006/relationships/notesMaster" Target="/ppt/notesMasters/notesMaster1.xml" Id="R608c66f8845c4c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72deef37cf4344" /><Relationship Type="http://schemas.openxmlformats.org/officeDocument/2006/relationships/notesMaster" Target="/ppt/notesMasters/notesMaster1.xml" Id="R7d02a5538d0b4e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db299b619b4270" /><Relationship Type="http://schemas.openxmlformats.org/officeDocument/2006/relationships/notesMaster" Target="/ppt/notesMasters/notesMaster1.xml" Id="R6b66221ca66640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ed496a04fa40a7" /><Relationship Type="http://schemas.openxmlformats.org/officeDocument/2006/relationships/notesMaster" Target="/ppt/notesMasters/notesMaster1.xml" Id="R0324061444ea43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c4ff31781243ce" /><Relationship Type="http://schemas.openxmlformats.org/officeDocument/2006/relationships/notesMaster" Target="/ppt/notesMasters/notesMaster1.xml" Id="R959095d3d8134f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d68800c5474221" /><Relationship Type="http://schemas.openxmlformats.org/officeDocument/2006/relationships/notesMaster" Target="/ppt/notesMasters/notesMaster1.xml" Id="Rb8333628cd5e44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7ed427d7444322" /><Relationship Type="http://schemas.openxmlformats.org/officeDocument/2006/relationships/notesMaster" Target="/ppt/notesMasters/notesMaster1.xml" Id="R4a26606ece894c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5d695440bb4493" /><Relationship Type="http://schemas.openxmlformats.org/officeDocument/2006/relationships/notesMaster" Target="/ppt/notesMasters/notesMaster1.xml" Id="R3bfe7a79295846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0c22d0585ad4de5" /><Relationship Type="http://schemas.openxmlformats.org/officeDocument/2006/relationships/notesMaster" Target="/ppt/notesMasters/notesMaster1.xml" Id="R3581a2a2ffab409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67f65e5dd14e21" /><Relationship Type="http://schemas.openxmlformats.org/officeDocument/2006/relationships/notesMaster" Target="/ppt/notesMasters/notesMaster1.xml" Id="R2144e7f372184a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83e92dd9680435f" /><Relationship Type="http://schemas.openxmlformats.org/officeDocument/2006/relationships/notesMaster" Target="/ppt/notesMasters/notesMaster1.xml" Id="R9ba12e4d518c42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26b553230bb4963" /><Relationship Type="http://schemas.openxmlformats.org/officeDocument/2006/relationships/notesMaster" Target="/ppt/notesMasters/notesMaster1.xml" Id="R46cbf434ba9b431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03920898ef04d8f" /><Relationship Type="http://schemas.openxmlformats.org/officeDocument/2006/relationships/notesMaster" Target="/ppt/notesMasters/notesMaster1.xml" Id="Rc1705755748b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這篇論文研究如何從單張犬隻影像重建三維形狀與姿態。報告會沿論文的主要章節，依序介紹研究動機、相關方法、BITE 的做法、實驗以及限制。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p.1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目錄沿用論文的大章節。摘要與前言合併介紹，因兩者的主要動機與貢獻重疊。接著在方法章節拆解模型與接觸約束，再到實驗章節核對資料、評估與消融。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pp.1–8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先從問題設定開始：輸入只有一張照片，輸出是能呈現形狀與姿態的三維犬隻網格。這裡把摘要的貢獻概觀與前言合併，避免重複。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§1, pp.1–2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單張影像把深度投影掉，因此二維輪廓吻合不保證三維形狀正確。坐姿和臥姿還會遮住腿部，讓估計更困難。舊有姿態先驗的資料主要涵蓋站立與行走，容易把少見姿態拉回熟悉範圍。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pp.1–2, Fig.1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作者從四個方向處理問題：建立犬科專用的形狀空間、利用接觸資訊、設計可修正姿態的網路，以及建立可量測三維誤差的測試資料。這些貢獻互相配合，並非單純換一個姿態估計模型。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§1, pp.1–2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相關工作主要分三類。模型式方法利用可動的形狀先驗；無模型方法有較大的表示彈性；接觸式方法則把人體和環境的互動加入推論。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§2, pp.2–3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SMAL 是多物種四足動物模型，BARC 利用犬種資訊從影像估計犬隻。作者認為前者的形狀空間不夠針對犬隻，後者的姿態先驗仍受訓練姿態限制。BITE 沿用可動模型，增加地面接觸作為另一條幾何線索。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§2, pp.2–3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方法依論文分成 D-SMAL、BITE 網路、損失函數和測試時最佳化。先看形狀表示，再理解初始估計和修正階段如何合作。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§3, pp.3–6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D-SMAL 由三十九個犬科玩偶的掃描建立，其中五個來自原 SMAL，其餘三十四個新增。作者配準共同網格後學習形狀空間，並加入肢體長度調整；耳朵角度也在配準階段處理。玩偶掃描數不能誤認為真犬掃描數。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§3.1, pp.3–4; Fig.2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這張原始架構圖從左往右讀。BARC 加上 D-SMAL 形成 BARC+，先得到姿態、形狀和影像空間的預測。接著重投影，將影像與二維線索送進修正網路；不同輸出頭預測修正後的姿態、相機、逐頂點接觸及地面平坦程度。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§3.2, pp.4–5; Fig.3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第一階段是 BARC 加上 D-SMAL，因此作者稱為 BARC+。網路先估計關鍵點和分割，再透過形狀、姿態分支以及相機參數形成初始網格。它仍使用原有姿態先驗，因此輸出可能偏向訓練資料中的常見姿態。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§3.2–3.3, p.4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修正階段同時接收初始網格投影和二維偵測結果，讓網路取得兩者之間的差異線索。它修正姿態與相機，另有接觸和地面平坦度輸出頭。這個階段不修正形狀參數；後面的消融會顯示原因。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§3.2, p.4; Fig.3 p.5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請區分訓練與推論。訓練時作者收集接觸及地面平坦度標註；測試時不需要人工接觸標註，改由網路預測。可選的測試時最佳化再利用這些預測，並只在判斷地面平坦時啟用接觸約束。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§3.2–3.4 and §4.1, pp.4–6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對接觸頂點先計算中心 c，再將去中心化座標組成三乘 m 的矩陣 A。SVD 最小奇異值對應的左奇異向量是最佳平面法向量，最小平方距離之和為最小奇異值平方。使用均勻重網格可避免原模型的臉與腳掌頂點密度過高，主導損失。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§3.3, pp.4–5, Eqs.1–3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僅讓接觸點共平面仍可能讓其他部位穿過地面，所以另加穿透損失。二維關鍵點與輪廓損失維持影像一致性，接觸及平坦度用分類損失監督，再用關節規則避免不合理的扭轉和側向姿態。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§3.3, p.5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舊先驗提供穩定起點，卻可能限制坐姿與臥姿。BITE 不把先驗直接移除，而是在初始估計上預測差分修正；論文把修正乘上 0.1，以便訓練從小變化開始。這不是對最終修正量設置硬性上限。圖六展示接觸約束與修正網路的作用。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§3.2–3.3, pp.4–5; Fig.6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BITE-ttopt 在網路預測之後，對每張測試圖做迭代最佳化，因此與單次前向推論的 BITE 是不同設定。前半使用形狀與肢體參數，後半允許左右對稱的頂點位移。測試圖沒有人工二維標註，使用的是網路自己的二維預測。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§3.4, pp.5–6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現在依論文實驗章節說明訓練資料、三維測試協定、主要比較和消融。這樣才能判讀數值是來自真實照片、半合成測試，還是哪一個網路設定。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§4, pp.6–8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作者在 StanfordExtra 的部分訓練影像補上接觸標註。四類加總為 4305 張，這不是整個 StanfordExtra 的總量。採樣器每批混合平坦與非平坦地面，並增加坐姿和臥姿，後續消融會顯示採樣器帶來的差異。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§4.1, p.6; total calculated from reported counts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測試資料由六隻真犬的二十六個帶紋理掃描組成，再渲染不同視角，形成半合成影像。所有網路都使用真值邊界框；評估前先依少量對應關鍵點初始化，再做包含旋轉、平移和尺度的剛性對齊。原文寫每隻犬七個視角，未在此推算測試影像總數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§4.2, pp.6–7; Fig.7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以二維 PCK 和輪廓 IoU 量測投影，深度方向的錯誤可能被掩蓋。三維評估則計算兩個方向的表面距離。掃描到預測網格不能充分懲罰多出來的預測表面，因此作者加入網格到掃描距離；兩者都在對齊後以公分報告。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§4.2, pp.6–7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表一是在半合成掃描測試集的三維比較。相對 BARC，BITE 的掃描到網格誤差由 2.40 降為 2.07 公分，網格到掃描由 3.93 降為 3.15。BITE-ttopt 進一步降到 2.03 和 2.84，但使用了額外的測試時最佳化，因此不能忽略運算成本。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§4.3, Table 1, p.7; differences calculated from table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圖四每一欄是不同輸入，每一列是不同方法。請同時看輸入影像視角和旁邊的另一個三維視角，因為只看原圖投影可能掩蓋深度錯誤。這些是定性範例，整體效能仍應以表一的雙向距離判斷。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Fig.4,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消融表說明哪個元件有作用。BITE 移除接觸後，兩個誤差為 2.30 和 4.16；加入接觸後降至 2.07 和 3.15。拿掉採樣器則只有小幅退步。這些差值是絕對公分，不是相對百分比，也不能把所有改善歸因於單一元件。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§4.4, Table 2, p.7; differences calculated from table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圖六的三列依次是輸入、加入接觸的 BARC+，以及 BITE。某些姿態接近先驗時，初始模型已能處理；但偏離較大的姿態，需要修正網路的彈性。這是原文挑選的視覺案例，不宜將它當作單獨的整體成功率。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§4.4, p.7; Fig.6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作者測試將形狀也放進修正網路，但表二顯示兩種做法都使三維誤差上升。可能的失敗例子是把腿縮短，來讓軀幹接近地面，而非修正姿態。要區分這裡的網路修正階段與另一個測試時最佳化；後者仍允許形狀改變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§4.4, Table 2, p.7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最後回到作者的結論，將已驗證的貢獻與尚未解決的問題分開。數值支持的是指定測試協定下的三維表面誤差改善，不代表所有情境均已解決。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§5, pp.7–8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主要結論有三點。D-SMAL 提供犬科專用形狀空間；接觸幾何提供先驗之外的線索；在作者的半合成掃描測試上，BITE 的雙向表面誤差均低於比較方法。這些結論都必須放在該資料集與對齊協定下理解。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§5, pp.7–8; Tables 1–2, p.7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評估只涵蓋六隻掃描犬，影像是渲染產生且使用真值邊界框，所以不能直接推論野外所有犬種與場景的效能。地面假設由平坦度預測控制；對稱頂點位移也無法表達不對稱細節。作者提出的後續方向包括自交問題、更豐富的形狀空間和姿態相關變形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Paper, §3.4 and §5, pp.5–8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謝謝各位聆聽。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Rüegg et al., BITE: Beyond Priors for Improved Three-D Dog Pose Estimation.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19bd7acb049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ce7853f5246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36192e7164b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6c26100fd45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30f4e564a4d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9e87bdc6343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45b95b8d24a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756cb76734b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a1532febf45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02223328f4ae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4a19259f1412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eb52bf9cd491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19ecc1ce643c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333795f8a48c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029c056844ee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d3f1cb38e474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d5928576c4e7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7dbd3ca3d4d7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3aedfe957456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56ec1a0dd49b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2a4b03f1c49b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51d90d46f424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f65c290d349d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19e7feadb491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1416867c14b3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e9c9723da4be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a7141cd15440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680b636f0411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b0e569aaf419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96175a20f426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ed5e9660c47bb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43a1106d54e6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b6f748a1d4bdb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6c31869e14ff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b9928b6f540bb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8ba31414c4332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4362fbf83448f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d79d4660c4ebd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d392a452d4210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ec90242b6460b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8ab3be4c04332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a580520714758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d552399b04668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cea2fa8ab4a72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0862351f446e6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6db19121249de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1b2dc5254278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8e6c2790e43e3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7d5c5bc114557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c486c468245d9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9bf77cdb24814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e5879a2e04a14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ad4c5709f4472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c927d3ce844f5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6c03366104bbe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a6e17f8404d16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e9a7e33d04a86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b655a467d43c5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46a2e0168459c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2582facdd47ee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d49d400de41c4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4afe7aaa97451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5EE58E6-71AC-42A0-911A-E4B6D117C3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925" y="396350"/>
            <a:ext cx="32064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4AB3F4B-E32D-4033-AD36-73F9C72EB9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91825" y="2333500"/>
            <a:ext cx="2538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3AF2729-DA95-4CF7-A47A-D405E8B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39750" y="381000"/>
            <a:ext cx="1457400" cy="1457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B5CDA8D-FB83-4DCA-9AED-FD94A53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8900" y="-394400"/>
            <a:ext cx="4004400" cy="400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4A6EF2F-8119-4F7F-BA26-A931A98C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825" y="-217650"/>
            <a:ext cx="1761900" cy="17619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6249F337-5E4F-44E5-88E5-FA19EEAA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649200" y="4242225"/>
            <a:ext cx="1369200" cy="136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D0799949-342F-4E82-9926-7EFAC7535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524" y="3064825"/>
            <a:ext cx="24627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ADF82119-7F71-4A85-A462-D7D292CA0304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836650" y="1023556"/>
            <a:ext cx="2940300" cy="13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EE58C477-1696-485A-B002-D39E6C890C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117524" y="3757481"/>
            <a:ext cx="2462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18991066-9BB8-4917-B345-BD1075ADB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9EFF869E-CCEB-415E-9BB7-D6017139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C5FB5D38-0131-4013-AF98-792C19DA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025" y="101035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1D4FB57C-72B3-45F7-A0BE-1CCC650835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4450" y="1389600"/>
            <a:ext cx="76668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E3B3B331-1F04-4D90-97CA-C9C13E56BD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3300" y="327500"/>
            <a:ext cx="7617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B08BCD15-ABE2-4A3B-AD6E-FC53FB3784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75C1041F-2644-4C74-85FD-22A3A30B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8075" y="-8834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BD5612A6-9979-42D2-BF32-3C326E2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800" y="48003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A7CF35FE-D4E7-474C-BCF7-FBB03D1C01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83375" y="351702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FC73D96A-94E0-4EBC-984D-474A9A831B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83425" y="3870892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EA474F66-1AD7-4AC6-B891-B93AA94BC9A1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7110179" y="172342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8C2E6ADE-67B6-4C00-A885-B2A1EC0A64E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10179" y="2083813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0E5DA126-A21F-47F5-99E2-62D818BBC9F3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6D6ACDD6-062D-4FB6-9871-5562C46AD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C3056922-C652-49E1-946F-9C02D35D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63145" y="4488081"/>
            <a:ext cx="760200" cy="760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10307B2-52A5-47C1-AE46-A6668B15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19105" y="192206"/>
            <a:ext cx="760200" cy="760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4AA0BE5D-B449-4E1A-AFE1-ED6BB400BDB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A0D70869-D08C-4D9B-9491-BB2013B6ED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5385243A-8B11-4441-9925-126F1B3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5" y="42153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B59FBBE7-0FE2-4E27-AB59-CF9254DB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975" y="-6112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F6A25DE5-70A4-4F57-92E7-980722B90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6400" y="441050"/>
            <a:ext cx="31284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9607CF55-897C-409A-A642-A5B7938ED7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6400" y="1408716"/>
            <a:ext cx="31284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D676A68F-7D59-4775-9DAC-BFA09DF7EE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8">
            <a:extLst xmlns:a="http://schemas.openxmlformats.org/drawingml/2006/main">
              <a:ext uri="{FF2B5EF4-FFF2-40B4-BE49-F238E27FC236}">
                <a16:creationId xmlns:a16="http://schemas.microsoft.com/office/drawing/2014/main" id="{862BF681-5F17-4904-B095-47857B2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53575" y="256942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>
            <a:extLst xmlns:a="http://schemas.openxmlformats.org/drawingml/2006/main">
              <a:ext uri="{FF2B5EF4-FFF2-40B4-BE49-F238E27FC236}">
                <a16:creationId xmlns:a16="http://schemas.microsoft.com/office/drawing/2014/main" id="{54305C4C-8154-4794-BD8E-4E63B3FE3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7200" y="1804650"/>
            <a:ext cx="1642200" cy="153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AD4F42D9-3617-4D22-B788-3BB79BD939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254213" y="1636129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D4139746-F3B8-422C-BCBD-F2CA72C06A8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254125" y="3782425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14CC34BC-42B0-43A6-BE84-D4049DA6BF4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 flipH="1">
            <a:off x="5254128" y="1094405"/>
            <a:ext cx="26481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10D8A871-9F0F-48B8-AF8C-B45DC392AA0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254125" y="3251200"/>
            <a:ext cx="26481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B78D61AD-287B-4254-B762-307815310B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EC147F9B-66E5-4181-802B-0E8C9543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6100" y="39454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A4D3ADFB-F5BC-47F1-BDF6-0110236F2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657" y="349561"/>
            <a:ext cx="3291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2BC08E4F-ABEE-40B0-BAAE-A7D4A1461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6500" y="1711125"/>
            <a:ext cx="2459700" cy="2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CB53FFB9-8F5F-4630-BF0F-CDD277D170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0">
            <a:extLst xmlns:a="http://schemas.openxmlformats.org/drawingml/2006/main">
              <a:ext uri="{FF2B5EF4-FFF2-40B4-BE49-F238E27FC236}">
                <a16:creationId xmlns:a16="http://schemas.microsoft.com/office/drawing/2014/main" id="{0906CC6F-6386-4C00-8DA9-BC387F17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00" y="733500"/>
            <a:ext cx="6724800" cy="367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A69792F4-1651-44A5-BF6E-8BBE9D98384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50" y="10579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B5393386-D7ED-495A-B807-1D6035A1CF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310700" y="3456500"/>
            <a:ext cx="65226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B5078C20-9831-47EF-B707-4AE74939E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5D7F5DB4-613E-42E2-A7C9-9612B2EB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35650"/>
            <a:ext cx="4753200" cy="4753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91721E49-B3A2-458D-AFD0-DF3DC4A471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8775" y="1817125"/>
            <a:ext cx="7926600" cy="13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1AB32279-6003-4827-8583-52B9B2D33E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608775" y="3130400"/>
            <a:ext cx="79266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A6B80315-E4C7-43C9-A836-947CA70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300" y="0"/>
            <a:ext cx="2633700" cy="2633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491AE93A-FFE5-49B8-B36C-81685B0D65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2">
            <a:extLst xmlns:a="http://schemas.openxmlformats.org/drawingml/2006/main">
              <a:ext uri="{FF2B5EF4-FFF2-40B4-BE49-F238E27FC236}">
                <a16:creationId xmlns:a16="http://schemas.microsoft.com/office/drawing/2014/main" id="{CD26A568-BE1B-4579-85BD-907EA426B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able of Contents 1">
  <p:cSld name="CUSTOM_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EC797FC9-95FF-463A-A0E5-2718451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90975" y="4133625"/>
            <a:ext cx="810000" cy="810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82C87CBA-346B-410F-B49D-339BA518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388825" y="346550"/>
            <a:ext cx="810000" cy="810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054E65DE-8237-4AB7-B474-1400CC884C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2735660" y="2962504"/>
            <a:ext cx="16305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FF394C73-020F-42E8-B048-B6C378835B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597644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0867650D-FADF-4B47-A6E9-6D7FBCB29AEF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 flipH="1">
            <a:off x="2703904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5B2250AC-30B7-4DF2-B2AB-7EEF7BA9F2C0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 flipH="1">
            <a:off x="6515993" y="2962504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1F38BFD2-E464-41ED-8187-5C6ADB88775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6584071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D55BB8FD-D034-494E-B6B5-1A6AF90BECBA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 flipH="1">
            <a:off x="6690326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2" name="Google Shape;82;p13">
            <a:extLst xmlns:a="http://schemas.openxmlformats.org/drawingml/2006/main">
              <a:ext uri="{FF2B5EF4-FFF2-40B4-BE49-F238E27FC236}">
                <a16:creationId xmlns:a16="http://schemas.microsoft.com/office/drawing/2014/main" id="{CC1AF19F-C0FF-4EA7-AD53-FBCFF491C851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 flipH="1">
            <a:off x="787428" y="2962504"/>
            <a:ext cx="1535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83" name="Google Shape;83;p13">
            <a:extLst xmlns:a="http://schemas.openxmlformats.org/drawingml/2006/main">
              <a:ext uri="{FF2B5EF4-FFF2-40B4-BE49-F238E27FC236}">
                <a16:creationId xmlns:a16="http://schemas.microsoft.com/office/drawing/2014/main" id="{E265AA67-BED3-4C63-951D-38F420D495C4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 flipH="1">
            <a:off x="601998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4" name="Google Shape;84;p13">
            <a:extLst xmlns:a="http://schemas.openxmlformats.org/drawingml/2006/main">
              <a:ext uri="{FF2B5EF4-FFF2-40B4-BE49-F238E27FC236}">
                <a16:creationId xmlns:a16="http://schemas.microsoft.com/office/drawing/2014/main" id="{80349BE7-EBC5-4F09-A9A2-C23BE0505653}"/>
              </a:ext>
            </a:extLst>
          </p:cNvPr>
          <p:cNvSpPr>
            <a:spLocks xmlns:a="http://schemas.openxmlformats.org/drawingml/2006/main" noGrp="1"/>
          </p:cNvSpPr>
          <p:nvPr>
            <p:ph type="title" idx="8" hasCustomPrompt="1"/>
          </p:nvPr>
        </p:nvSpPr>
        <p:spPr>
          <a:xfrm xmlns:a="http://schemas.openxmlformats.org/drawingml/2006/main" flipH="1">
            <a:off x="708262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788B4502-592F-4A02-B71E-31D50EFA85E8}"/>
              </a:ext>
            </a:extLst>
          </p:cNvPr>
          <p:cNvSpPr>
            <a:spLocks xmlns:a="http://schemas.openxmlformats.org/drawingml/2006/main" noGrp="1"/>
          </p:cNvSpPr>
          <p:nvPr>
            <p:ph type="ctrTitle" idx="9"/>
          </p:nvPr>
        </p:nvSpPr>
        <p:spPr>
          <a:xfrm xmlns:a="http://schemas.openxmlformats.org/drawingml/2006/main" flipH="1">
            <a:off x="4730387" y="2962504"/>
            <a:ext cx="16305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4FEC4731-17FA-4976-87CD-B80C07A5E822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 flipH="1">
            <a:off x="4592385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54005B49-B12F-41BC-B75D-A7FD7B1FB07E}"/>
              </a:ext>
            </a:extLst>
          </p:cNvPr>
          <p:cNvSpPr>
            <a:spLocks xmlns:a="http://schemas.openxmlformats.org/drawingml/2006/main" noGrp="1"/>
          </p:cNvSpPr>
          <p:nvPr>
            <p:ph type="title" idx="14" hasCustomPrompt="1"/>
          </p:nvPr>
        </p:nvSpPr>
        <p:spPr>
          <a:xfrm xmlns:a="http://schemas.openxmlformats.org/drawingml/2006/main" flipH="1">
            <a:off x="4698643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E34D7831-FB36-4776-9B37-7C3FACF01AE7}"/>
              </a:ext>
            </a:extLst>
          </p:cNvPr>
          <p:cNvSpPr>
            <a:spLocks xmlns:a="http://schemas.openxmlformats.org/drawingml/2006/main" noGrp="1"/>
          </p:cNvSpPr>
          <p:nvPr>
            <p:ph type="ctrTitle" idx="15"/>
          </p:nvPr>
        </p:nvSpPr>
        <p:spPr>
          <a:xfrm xmlns:a="http://schemas.openxmlformats.org/drawingml/2006/main">
            <a:off x="1555275" y="327500"/>
            <a:ext cx="6222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5401A8DE-2469-4497-B58E-B3510CA732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able of Contents 2">
  <p:cSld name="CUSTOM_2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C8018665-8CE9-48C1-800E-CF5FBD96DF4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 flipH="1">
            <a:off x="3789830" y="123141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E87B0F20-DADA-4E8B-896D-D53AEAF8B4C8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 flipH="1">
            <a:off x="1088750" y="1278876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8D7DA6F7-24A2-4E08-875D-F9EE290CB7D8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 flipH="1">
            <a:off x="6348425" y="1242835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6CDF9545-8C65-4EDB-AB9B-779034B6826C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555275" y="327500"/>
            <a:ext cx="6222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9F072A0C-3536-4A5E-AA43-78CC24F9C98A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 flipH="1">
            <a:off x="6203975" y="1896850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0D5310C9-55E1-4567-B546-24ACF1FEEC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6147425" y="2256084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DA54B292-E85E-4CC2-B9E1-74C3B289320F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 flipH="1">
            <a:off x="3645375" y="1885434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875EB7BB-CCC9-4D99-91A5-9A659CC95EF4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 flipH="1">
            <a:off x="3588825" y="2254799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9" name="Google Shape;99;p14">
            <a:extLst xmlns:a="http://schemas.openxmlformats.org/drawingml/2006/main">
              <a:ext uri="{FF2B5EF4-FFF2-40B4-BE49-F238E27FC236}">
                <a16:creationId xmlns:a16="http://schemas.microsoft.com/office/drawing/2014/main" id="{D4FD4C58-4D7D-40B0-9A26-B9163364D432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 flipH="1">
            <a:off x="1029041" y="1882204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0" name="Google Shape;100;p14">
            <a:extLst xmlns:a="http://schemas.openxmlformats.org/drawingml/2006/main">
              <a:ext uri="{FF2B5EF4-FFF2-40B4-BE49-F238E27FC236}">
                <a16:creationId xmlns:a16="http://schemas.microsoft.com/office/drawing/2014/main" id="{8AFD14AC-D0A7-46A8-AF35-2D50C2401D0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 flipH="1">
            <a:off x="972491" y="2251575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1" name="Google Shape;101;p14">
            <a:extLst xmlns:a="http://schemas.openxmlformats.org/drawingml/2006/main">
              <a:ext uri="{FF2B5EF4-FFF2-40B4-BE49-F238E27FC236}">
                <a16:creationId xmlns:a16="http://schemas.microsoft.com/office/drawing/2014/main" id="{F5B69AE0-E047-467F-AB88-0E241AA0E033}"/>
              </a:ext>
            </a:extLst>
          </p:cNvPr>
          <p:cNvSpPr>
            <a:spLocks xmlns:a="http://schemas.openxmlformats.org/drawingml/2006/main" noGrp="1"/>
          </p:cNvSpPr>
          <p:nvPr>
            <p:ph type="title" idx="13" hasCustomPrompt="1"/>
          </p:nvPr>
        </p:nvSpPr>
        <p:spPr>
          <a:xfrm xmlns:a="http://schemas.openxmlformats.org/drawingml/2006/main" flipH="1">
            <a:off x="3771416" y="3233964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DC053EB8-5374-4F87-8D54-7BEF8FFBA64D}"/>
              </a:ext>
            </a:extLst>
          </p:cNvPr>
          <p:cNvSpPr>
            <a:spLocks xmlns:a="http://schemas.openxmlformats.org/drawingml/2006/main" noGrp="1"/>
          </p:cNvSpPr>
          <p:nvPr>
            <p:ph type="title" idx="14" hasCustomPrompt="1"/>
          </p:nvPr>
        </p:nvSpPr>
        <p:spPr>
          <a:xfrm xmlns:a="http://schemas.openxmlformats.org/drawingml/2006/main" flipH="1">
            <a:off x="1180737" y="3219814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A5D07D09-4F04-45D3-8637-7191CCAF9D9A}"/>
              </a:ext>
            </a:extLst>
          </p:cNvPr>
          <p:cNvSpPr>
            <a:spLocks xmlns:a="http://schemas.openxmlformats.org/drawingml/2006/main" noGrp="1"/>
          </p:cNvSpPr>
          <p:nvPr>
            <p:ph type="title" idx="15" hasCustomPrompt="1"/>
          </p:nvPr>
        </p:nvSpPr>
        <p:spPr>
          <a:xfrm xmlns:a="http://schemas.openxmlformats.org/drawingml/2006/main" flipH="1">
            <a:off x="6348428" y="3233964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71570283-B3E9-4EB4-BF73-CDA28A82BD49}"/>
              </a:ext>
            </a:extLst>
          </p:cNvPr>
          <p:cNvSpPr>
            <a:spLocks xmlns:a="http://schemas.openxmlformats.org/drawingml/2006/main" noGrp="1"/>
          </p:cNvSpPr>
          <p:nvPr>
            <p:ph type="ctrTitle" idx="16"/>
          </p:nvPr>
        </p:nvSpPr>
        <p:spPr>
          <a:xfrm xmlns:a="http://schemas.openxmlformats.org/drawingml/2006/main" flipH="1">
            <a:off x="6203978" y="3887979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F9C5DABB-880E-4E7C-8F75-D1DF465DAD49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 flipH="1">
            <a:off x="6190028" y="4240128"/>
            <a:ext cx="20706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EFDA2254-1214-4697-B5F5-77F396F45336}"/>
              </a:ext>
            </a:extLst>
          </p:cNvPr>
          <p:cNvSpPr>
            <a:spLocks xmlns:a="http://schemas.openxmlformats.org/drawingml/2006/main" noGrp="1"/>
          </p:cNvSpPr>
          <p:nvPr>
            <p:ph type="ctrTitle" idx="18"/>
          </p:nvPr>
        </p:nvSpPr>
        <p:spPr>
          <a:xfrm xmlns:a="http://schemas.openxmlformats.org/drawingml/2006/main" flipH="1">
            <a:off x="3626966" y="3887979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743AD286-60C4-430E-95D8-2F359152BED5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 flipH="1">
            <a:off x="3613016" y="4240128"/>
            <a:ext cx="20706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8" name="Google Shape;108;p14">
            <a:extLst xmlns:a="http://schemas.openxmlformats.org/drawingml/2006/main">
              <a:ext uri="{FF2B5EF4-FFF2-40B4-BE49-F238E27FC236}">
                <a16:creationId xmlns:a16="http://schemas.microsoft.com/office/drawing/2014/main" id="{1C55A85E-9CED-42D4-A702-90A5AF0C69A6}"/>
              </a:ext>
            </a:extLst>
          </p:cNvPr>
          <p:cNvSpPr>
            <a:spLocks xmlns:a="http://schemas.openxmlformats.org/drawingml/2006/main" noGrp="1"/>
          </p:cNvSpPr>
          <p:nvPr>
            <p:ph type="ctrTitle" idx="20"/>
          </p:nvPr>
        </p:nvSpPr>
        <p:spPr>
          <a:xfrm xmlns:a="http://schemas.openxmlformats.org/drawingml/2006/main" flipH="1">
            <a:off x="860487" y="3894100"/>
            <a:ext cx="23943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9" name="Google Shape;109;p14">
            <a:extLst xmlns:a="http://schemas.openxmlformats.org/drawingml/2006/main">
              <a:ext uri="{FF2B5EF4-FFF2-40B4-BE49-F238E27FC236}">
                <a16:creationId xmlns:a16="http://schemas.microsoft.com/office/drawing/2014/main" id="{B32D5C3A-DAEC-4CDF-B6B8-B7290C2FE186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 flipH="1">
            <a:off x="1022337" y="4241353"/>
            <a:ext cx="20706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40F98A21-EB72-4713-A1A7-118BDF0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>
            <a:extLst xmlns:a="http://schemas.openxmlformats.org/drawingml/2006/main">
              <a:ext uri="{FF2B5EF4-FFF2-40B4-BE49-F238E27FC236}">
                <a16:creationId xmlns:a16="http://schemas.microsoft.com/office/drawing/2014/main" id="{AC774FEC-9143-4F1F-B875-24954050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50" y="9984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>
            <a:extLst xmlns:a="http://schemas.openxmlformats.org/drawingml/2006/main">
              <a:ext uri="{FF2B5EF4-FFF2-40B4-BE49-F238E27FC236}">
                <a16:creationId xmlns:a16="http://schemas.microsoft.com/office/drawing/2014/main" id="{4102BEAC-6FC9-41D2-A338-1F79722FA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able of Contents 3">
  <p:cSld name="CUSTOM_5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5">
            <a:extLst xmlns:a="http://schemas.openxmlformats.org/drawingml/2006/main">
              <a:ext uri="{FF2B5EF4-FFF2-40B4-BE49-F238E27FC236}">
                <a16:creationId xmlns:a16="http://schemas.microsoft.com/office/drawing/2014/main" id="{2EDDF089-0363-4F0D-94EF-07F4E79E101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 flipH="1">
            <a:off x="3861063" y="205186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5" name="Google Shape;115;p15">
            <a:extLst xmlns:a="http://schemas.openxmlformats.org/drawingml/2006/main">
              <a:ext uri="{FF2B5EF4-FFF2-40B4-BE49-F238E27FC236}">
                <a16:creationId xmlns:a16="http://schemas.microsoft.com/office/drawing/2014/main" id="{6EC17598-C4CC-42C3-AB52-BAFD17128C20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 flipH="1">
            <a:off x="1159988" y="2051878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2CE8E4FF-30AA-4CE4-8663-24763BAE3C21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 flipH="1">
            <a:off x="6419663" y="2051885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7" name="Google Shape;117;p15">
            <a:extLst xmlns:a="http://schemas.openxmlformats.org/drawingml/2006/main">
              <a:ext uri="{FF2B5EF4-FFF2-40B4-BE49-F238E27FC236}">
                <a16:creationId xmlns:a16="http://schemas.microsoft.com/office/drawing/2014/main" id="{F1FBC5A5-19AE-44A1-A715-73B7182ACA95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555275" y="327500"/>
            <a:ext cx="6222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18" name="Google Shape;118;p15">
            <a:extLst xmlns:a="http://schemas.openxmlformats.org/drawingml/2006/main">
              <a:ext uri="{FF2B5EF4-FFF2-40B4-BE49-F238E27FC236}">
                <a16:creationId xmlns:a16="http://schemas.microsoft.com/office/drawing/2014/main" id="{519354DD-3560-4955-80C2-C3E8434AD232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 flipH="1">
            <a:off x="6275213" y="3084096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19" name="Google Shape;119;p15">
            <a:extLst xmlns:a="http://schemas.openxmlformats.org/drawingml/2006/main">
              <a:ext uri="{FF2B5EF4-FFF2-40B4-BE49-F238E27FC236}">
                <a16:creationId xmlns:a16="http://schemas.microsoft.com/office/drawing/2014/main" id="{578964AC-95C5-4772-8A7B-4B3E6EB74B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6218663" y="3442401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0" name="Google Shape;120;p15">
            <a:extLst xmlns:a="http://schemas.openxmlformats.org/drawingml/2006/main">
              <a:ext uri="{FF2B5EF4-FFF2-40B4-BE49-F238E27FC236}">
                <a16:creationId xmlns:a16="http://schemas.microsoft.com/office/drawing/2014/main" id="{F698025B-8840-4F27-915F-A085C8FF3363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 flipH="1">
            <a:off x="3716613" y="3082170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21" name="Google Shape;121;p15">
            <a:extLst xmlns:a="http://schemas.openxmlformats.org/drawingml/2006/main">
              <a:ext uri="{FF2B5EF4-FFF2-40B4-BE49-F238E27FC236}">
                <a16:creationId xmlns:a16="http://schemas.microsoft.com/office/drawing/2014/main" id="{2ED0D1BE-AC2D-410F-81FF-5B30C26E827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 flipH="1">
            <a:off x="3660063" y="3440469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2" name="Google Shape;122;p15">
            <a:extLst xmlns:a="http://schemas.openxmlformats.org/drawingml/2006/main">
              <a:ext uri="{FF2B5EF4-FFF2-40B4-BE49-F238E27FC236}">
                <a16:creationId xmlns:a16="http://schemas.microsoft.com/office/drawing/2014/main" id="{B06356C9-68CB-4E6F-91FC-904B12384401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 flipH="1">
            <a:off x="1015538" y="3088429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23" name="Google Shape;123;p15">
            <a:extLst xmlns:a="http://schemas.openxmlformats.org/drawingml/2006/main">
              <a:ext uri="{FF2B5EF4-FFF2-40B4-BE49-F238E27FC236}">
                <a16:creationId xmlns:a16="http://schemas.microsoft.com/office/drawing/2014/main" id="{11C6B189-30EF-40B4-97B7-2890C4B819BB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 flipH="1">
            <a:off x="958988" y="3437245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4" name="Google Shape;124;p15">
            <a:extLst xmlns:a="http://schemas.openxmlformats.org/drawingml/2006/main">
              <a:ext uri="{FF2B5EF4-FFF2-40B4-BE49-F238E27FC236}">
                <a16:creationId xmlns:a16="http://schemas.microsoft.com/office/drawing/2014/main" id="{09D4FDFC-B4EA-44AB-B16B-08EDA745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>
            <a:extLst xmlns:a="http://schemas.openxmlformats.org/drawingml/2006/main">
              <a:ext uri="{FF2B5EF4-FFF2-40B4-BE49-F238E27FC236}">
                <a16:creationId xmlns:a16="http://schemas.microsoft.com/office/drawing/2014/main" id="{BB4D4463-8F62-4088-92F0-D9558ED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50" y="9984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>
            <a:extLst xmlns:a="http://schemas.openxmlformats.org/drawingml/2006/main">
              <a:ext uri="{FF2B5EF4-FFF2-40B4-BE49-F238E27FC236}">
                <a16:creationId xmlns:a16="http://schemas.microsoft.com/office/drawing/2014/main" id="{327E9A60-D6CB-4FD3-B1EB-ABDA410EF9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ext 1">
  <p:cSld name="CUSTOM_2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6">
            <a:extLst xmlns:a="http://schemas.openxmlformats.org/drawingml/2006/main">
              <a:ext uri="{FF2B5EF4-FFF2-40B4-BE49-F238E27FC236}">
                <a16:creationId xmlns:a16="http://schemas.microsoft.com/office/drawing/2014/main" id="{CA73609F-E442-44DD-9D7E-F7DC91ED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000" y="35607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>
            <a:extLst xmlns:a="http://schemas.openxmlformats.org/drawingml/2006/main">
              <a:ext uri="{FF2B5EF4-FFF2-40B4-BE49-F238E27FC236}">
                <a16:creationId xmlns:a16="http://schemas.microsoft.com/office/drawing/2014/main" id="{EA88A82C-385B-469A-A68D-3A9175B4B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70079" y="326761"/>
            <a:ext cx="3291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30" name="Google Shape;130;p16">
            <a:extLst xmlns:a="http://schemas.openxmlformats.org/drawingml/2006/main">
              <a:ext uri="{FF2B5EF4-FFF2-40B4-BE49-F238E27FC236}">
                <a16:creationId xmlns:a16="http://schemas.microsoft.com/office/drawing/2014/main" id="{205A4169-4113-461A-8F42-69CA4BDA08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36825" y="1464100"/>
            <a:ext cx="3338400" cy="159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1" name="Google Shape;131;p16">
            <a:extLst xmlns:a="http://schemas.openxmlformats.org/drawingml/2006/main">
              <a:ext uri="{FF2B5EF4-FFF2-40B4-BE49-F238E27FC236}">
                <a16:creationId xmlns:a16="http://schemas.microsoft.com/office/drawing/2014/main" id="{44BF573B-420C-407A-A8CF-771DF105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9050" y="2315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>
            <a:extLst xmlns:a="http://schemas.openxmlformats.org/drawingml/2006/main">
              <a:ext uri="{FF2B5EF4-FFF2-40B4-BE49-F238E27FC236}">
                <a16:creationId xmlns:a16="http://schemas.microsoft.com/office/drawing/2014/main" id="{D3750D1F-280C-4E84-92AF-4D1149798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 1">
  <p:cSld name="CUSTOM_3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D890BE73-718D-4A8D-9122-83C02B47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75" y="49287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33F746B4-43B3-4166-B022-E3D575DEA8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038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6257F499-2BB6-4FAE-897F-0DAFA8AAF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Three Columns 1">
  <p:cSld name="CUSTOM_3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18">
            <a:extLst xmlns:a="http://schemas.openxmlformats.org/drawingml/2006/main">
              <a:ext uri="{FF2B5EF4-FFF2-40B4-BE49-F238E27FC236}">
                <a16:creationId xmlns:a16="http://schemas.microsoft.com/office/drawing/2014/main" id="{E752799E-9934-4A47-A416-8F53322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91675" y="413152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>
            <a:extLst xmlns:a="http://schemas.openxmlformats.org/drawingml/2006/main">
              <a:ext uri="{FF2B5EF4-FFF2-40B4-BE49-F238E27FC236}">
                <a16:creationId xmlns:a16="http://schemas.microsoft.com/office/drawing/2014/main" id="{EC297FA0-F0A1-4A58-B5F8-2863F1C88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6525" y="246525"/>
            <a:ext cx="8022600" cy="8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40" name="Google Shape;140;p18">
            <a:extLst xmlns:a="http://schemas.openxmlformats.org/drawingml/2006/main">
              <a:ext uri="{FF2B5EF4-FFF2-40B4-BE49-F238E27FC236}">
                <a16:creationId xmlns:a16="http://schemas.microsoft.com/office/drawing/2014/main" id="{C4B5ACEA-5D2E-48F1-8753-2A8868661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96613" y="3717954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D8F8E365-8D99-454A-8713-B2EF62A0D0E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971025" y="3721600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2" name="Google Shape;142;p18">
            <a:extLst xmlns:a="http://schemas.openxmlformats.org/drawingml/2006/main">
              <a:ext uri="{FF2B5EF4-FFF2-40B4-BE49-F238E27FC236}">
                <a16:creationId xmlns:a16="http://schemas.microsoft.com/office/drawing/2014/main" id="{46FC62B0-86D4-452C-AC5D-7CDF3D054F1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 flipH="1">
            <a:off x="596528" y="3251205"/>
            <a:ext cx="26481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3" name="Google Shape;143;p18">
            <a:extLst xmlns:a="http://schemas.openxmlformats.org/drawingml/2006/main">
              <a:ext uri="{FF2B5EF4-FFF2-40B4-BE49-F238E27FC236}">
                <a16:creationId xmlns:a16="http://schemas.microsoft.com/office/drawing/2014/main" id="{20FAEE26-4C77-4CDA-B514-DB7D3B10331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971025" y="3251200"/>
            <a:ext cx="26481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4" name="Google Shape;144;p18">
            <a:extLst xmlns:a="http://schemas.openxmlformats.org/drawingml/2006/main">
              <a:ext uri="{FF2B5EF4-FFF2-40B4-BE49-F238E27FC236}">
                <a16:creationId xmlns:a16="http://schemas.microsoft.com/office/drawing/2014/main" id="{ECDDE616-DE9C-4C97-9D6A-BF240FB8E15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283825" y="3717950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5" name="Google Shape;145;p18">
            <a:extLst xmlns:a="http://schemas.openxmlformats.org/drawingml/2006/main">
              <a:ext uri="{FF2B5EF4-FFF2-40B4-BE49-F238E27FC236}">
                <a16:creationId xmlns:a16="http://schemas.microsoft.com/office/drawing/2014/main" id="{6DA91658-5B37-4C9E-BDF1-0513BAB779E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3283825" y="3247550"/>
            <a:ext cx="26481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6" name="Google Shape;146;p18">
            <a:extLst xmlns:a="http://schemas.openxmlformats.org/drawingml/2006/main">
              <a:ext uri="{FF2B5EF4-FFF2-40B4-BE49-F238E27FC236}">
                <a16:creationId xmlns:a16="http://schemas.microsoft.com/office/drawing/2014/main" id="{EDE9F521-71AE-4F96-9E71-6B7987DF25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and Two Columns 1 ">
  <p:cSld name="CUSTOM_1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19">
            <a:extLst xmlns:a="http://schemas.openxmlformats.org/drawingml/2006/main">
              <a:ext uri="{FF2B5EF4-FFF2-40B4-BE49-F238E27FC236}">
                <a16:creationId xmlns:a16="http://schemas.microsoft.com/office/drawing/2014/main" id="{0CD3F291-83C0-4116-AA22-7800FB07B5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3772929" y="628600"/>
            <a:ext cx="3259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49" name="Google Shape;149;p19">
            <a:extLst xmlns:a="http://schemas.openxmlformats.org/drawingml/2006/main">
              <a:ext uri="{FF2B5EF4-FFF2-40B4-BE49-F238E27FC236}">
                <a16:creationId xmlns:a16="http://schemas.microsoft.com/office/drawing/2014/main" id="{F3948C95-1A9F-4C72-8A28-DACEADE33E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72913" y="1142940"/>
            <a:ext cx="3259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0" name="Google Shape;150;p19">
            <a:extLst xmlns:a="http://schemas.openxmlformats.org/drawingml/2006/main">
              <a:ext uri="{FF2B5EF4-FFF2-40B4-BE49-F238E27FC236}">
                <a16:creationId xmlns:a16="http://schemas.microsoft.com/office/drawing/2014/main" id="{292B65D9-D67A-4973-AF5D-DD4B50D321A8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 flipH="1">
            <a:off x="2307846" y="2774775"/>
            <a:ext cx="32172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1" name="Google Shape;151;p19">
            <a:extLst xmlns:a="http://schemas.openxmlformats.org/drawingml/2006/main">
              <a:ext uri="{FF2B5EF4-FFF2-40B4-BE49-F238E27FC236}">
                <a16:creationId xmlns:a16="http://schemas.microsoft.com/office/drawing/2014/main" id="{326C1CBB-B9B3-4299-B4DB-C7B3789DF4B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307862" y="3270145"/>
            <a:ext cx="32172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2" name="Google Shape;152;p19">
            <a:extLst xmlns:a="http://schemas.openxmlformats.org/drawingml/2006/main">
              <a:ext uri="{FF2B5EF4-FFF2-40B4-BE49-F238E27FC236}">
                <a16:creationId xmlns:a16="http://schemas.microsoft.com/office/drawing/2014/main" id="{9E2CBAB2-726B-422A-B449-55FAC642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150" y="1328050"/>
            <a:ext cx="1032300" cy="1032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>
            <a:extLst xmlns:a="http://schemas.openxmlformats.org/drawingml/2006/main">
              <a:ext uri="{FF2B5EF4-FFF2-40B4-BE49-F238E27FC236}">
                <a16:creationId xmlns:a16="http://schemas.microsoft.com/office/drawing/2014/main" id="{DE2DD605-327F-4D3C-9FA6-97E6C02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11250" y="2417750"/>
            <a:ext cx="1032300" cy="1032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>
            <a:extLst xmlns:a="http://schemas.openxmlformats.org/drawingml/2006/main">
              <a:ext uri="{FF2B5EF4-FFF2-40B4-BE49-F238E27FC236}">
                <a16:creationId xmlns:a16="http://schemas.microsoft.com/office/drawing/2014/main" id="{93275B7D-AB64-4785-B3B2-48FB554B5F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Title and Two Columns 2 ">
  <p:cSld name="CUSTOM_3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Google Shape;156;p20">
            <a:extLst xmlns:a="http://schemas.openxmlformats.org/drawingml/2006/main">
              <a:ext uri="{FF2B5EF4-FFF2-40B4-BE49-F238E27FC236}">
                <a16:creationId xmlns:a16="http://schemas.microsoft.com/office/drawing/2014/main" id="{2266BA3F-AD20-40D9-BB44-31F36CB216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820179" y="2475668"/>
            <a:ext cx="3259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7" name="Google Shape;157;p20">
            <a:extLst xmlns:a="http://schemas.openxmlformats.org/drawingml/2006/main">
              <a:ext uri="{FF2B5EF4-FFF2-40B4-BE49-F238E27FC236}">
                <a16:creationId xmlns:a16="http://schemas.microsoft.com/office/drawing/2014/main" id="{1C6BD794-AAA1-4B5D-92D4-751B5E78B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20163" y="3293131"/>
            <a:ext cx="3259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8" name="Google Shape;158;p20">
            <a:extLst xmlns:a="http://schemas.openxmlformats.org/drawingml/2006/main">
              <a:ext uri="{FF2B5EF4-FFF2-40B4-BE49-F238E27FC236}">
                <a16:creationId xmlns:a16="http://schemas.microsoft.com/office/drawing/2014/main" id="{84865B0F-187B-4F82-8BED-87E4712FF7D9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 flipH="1">
            <a:off x="820179" y="292456"/>
            <a:ext cx="3259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9" name="Google Shape;159;p20">
            <a:extLst xmlns:a="http://schemas.openxmlformats.org/drawingml/2006/main">
              <a:ext uri="{FF2B5EF4-FFF2-40B4-BE49-F238E27FC236}">
                <a16:creationId xmlns:a16="http://schemas.microsoft.com/office/drawing/2014/main" id="{3C593B79-072B-45D6-99C3-11E1621BD3F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20163" y="1096449"/>
            <a:ext cx="3259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4B395441-9B0D-4ACB-82D3-3AF3D33F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00" y="11985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2F0B883B-1A21-414B-8EE3-0BD1733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52400" y="-4207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>
            <a:extLst xmlns:a="http://schemas.openxmlformats.org/drawingml/2006/main">
              <a:ext uri="{FF2B5EF4-FFF2-40B4-BE49-F238E27FC236}">
                <a16:creationId xmlns:a16="http://schemas.microsoft.com/office/drawing/2014/main" id="{82258CF2-4A40-42F6-9B36-4A1785E244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 and Two Columns 3">
  <p:cSld name="CUSTOM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21">
            <a:extLst xmlns:a="http://schemas.openxmlformats.org/drawingml/2006/main">
              <a:ext uri="{FF2B5EF4-FFF2-40B4-BE49-F238E27FC236}">
                <a16:creationId xmlns:a16="http://schemas.microsoft.com/office/drawing/2014/main" id="{4C0BE690-61E1-46E1-8969-E3A3D3EB96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1214713" y="883368"/>
            <a:ext cx="3202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5" name="Google Shape;165;p21">
            <a:extLst xmlns:a="http://schemas.openxmlformats.org/drawingml/2006/main">
              <a:ext uri="{FF2B5EF4-FFF2-40B4-BE49-F238E27FC236}">
                <a16:creationId xmlns:a16="http://schemas.microsoft.com/office/drawing/2014/main" id="{2F557798-895D-4F87-B213-FF3F7AA68E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14588" y="1406550"/>
            <a:ext cx="3202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6" name="Google Shape;166;p21">
            <a:extLst xmlns:a="http://schemas.openxmlformats.org/drawingml/2006/main">
              <a:ext uri="{FF2B5EF4-FFF2-40B4-BE49-F238E27FC236}">
                <a16:creationId xmlns:a16="http://schemas.microsoft.com/office/drawing/2014/main" id="{1849C3A4-6A1A-48DD-B6D4-7888DECCC92B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 flipH="1">
            <a:off x="4753675" y="883357"/>
            <a:ext cx="3202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7" name="Google Shape;167;p21">
            <a:extLst xmlns:a="http://schemas.openxmlformats.org/drawingml/2006/main">
              <a:ext uri="{FF2B5EF4-FFF2-40B4-BE49-F238E27FC236}">
                <a16:creationId xmlns:a16="http://schemas.microsoft.com/office/drawing/2014/main" id="{482B4A3C-929D-4A17-9085-4D9437FEBFF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53550" y="1403586"/>
            <a:ext cx="3202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8" name="Google Shape;168;p21">
            <a:extLst xmlns:a="http://schemas.openxmlformats.org/drawingml/2006/main">
              <a:ext uri="{FF2B5EF4-FFF2-40B4-BE49-F238E27FC236}">
                <a16:creationId xmlns:a16="http://schemas.microsoft.com/office/drawing/2014/main" id="{BD546F5C-3CF7-4291-AA06-3B5BE40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900" y="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>
            <a:extLst xmlns:a="http://schemas.openxmlformats.org/drawingml/2006/main">
              <a:ext uri="{FF2B5EF4-FFF2-40B4-BE49-F238E27FC236}">
                <a16:creationId xmlns:a16="http://schemas.microsoft.com/office/drawing/2014/main" id="{41B89D07-D7FD-491E-B3B2-5EC7A694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57500" y="34511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>
            <a:extLst xmlns:a="http://schemas.openxmlformats.org/drawingml/2006/main">
              <a:ext uri="{FF2B5EF4-FFF2-40B4-BE49-F238E27FC236}">
                <a16:creationId xmlns:a16="http://schemas.microsoft.com/office/drawing/2014/main" id="{86D007CC-8ACD-4D7E-9BC6-F87B1631C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Quote 1">
  <p:cSld name="CUSTOM_1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22">
            <a:extLst xmlns:a="http://schemas.openxmlformats.org/drawingml/2006/main">
              <a:ext uri="{FF2B5EF4-FFF2-40B4-BE49-F238E27FC236}">
                <a16:creationId xmlns:a16="http://schemas.microsoft.com/office/drawing/2014/main" id="{68EDB9BD-1333-4E10-9AF3-28BC704947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449950" y="2686775"/>
            <a:ext cx="3577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73" name="Google Shape;173;p22">
            <a:extLst xmlns:a="http://schemas.openxmlformats.org/drawingml/2006/main">
              <a:ext uri="{FF2B5EF4-FFF2-40B4-BE49-F238E27FC236}">
                <a16:creationId xmlns:a16="http://schemas.microsoft.com/office/drawing/2014/main" id="{EC5236CB-A145-4A73-B8B0-CA00E7C65F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49950" y="2029800"/>
            <a:ext cx="3577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74" name="Google Shape;174;p22">
            <a:extLst xmlns:a="http://schemas.openxmlformats.org/drawingml/2006/main">
              <a:ext uri="{FF2B5EF4-FFF2-40B4-BE49-F238E27FC236}">
                <a16:creationId xmlns:a16="http://schemas.microsoft.com/office/drawing/2014/main" id="{FEE42A49-4872-48D6-B146-8639888C3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Quote 2">
  <p:cSld name="CUSTOM_3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3">
            <a:extLst xmlns:a="http://schemas.openxmlformats.org/drawingml/2006/main">
              <a:ext uri="{FF2B5EF4-FFF2-40B4-BE49-F238E27FC236}">
                <a16:creationId xmlns:a16="http://schemas.microsoft.com/office/drawing/2014/main" id="{9B2007D5-A357-4C72-A5F6-305C3EA496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78050" y="2969350"/>
            <a:ext cx="3577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77" name="Google Shape;177;p23">
            <a:extLst xmlns:a="http://schemas.openxmlformats.org/drawingml/2006/main">
              <a:ext uri="{FF2B5EF4-FFF2-40B4-BE49-F238E27FC236}">
                <a16:creationId xmlns:a16="http://schemas.microsoft.com/office/drawing/2014/main" id="{A1C58E6E-91B6-45E8-9BDA-226666694F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8050" y="2321875"/>
            <a:ext cx="3577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78" name="Google Shape;178;p23">
            <a:extLst xmlns:a="http://schemas.openxmlformats.org/drawingml/2006/main">
              <a:ext uri="{FF2B5EF4-FFF2-40B4-BE49-F238E27FC236}">
                <a16:creationId xmlns:a16="http://schemas.microsoft.com/office/drawing/2014/main" id="{D8553A03-F940-41A3-B64D-B72FF797A6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Only 2">
  <p:cSld name="CUSTOM_2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24">
            <a:extLst xmlns:a="http://schemas.openxmlformats.org/drawingml/2006/main">
              <a:ext uri="{FF2B5EF4-FFF2-40B4-BE49-F238E27FC236}">
                <a16:creationId xmlns:a16="http://schemas.microsoft.com/office/drawing/2014/main" id="{A3C6FD98-7776-4738-873D-7C41F46F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700" y="-10246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>
            <a:extLst xmlns:a="http://schemas.openxmlformats.org/drawingml/2006/main">
              <a:ext uri="{FF2B5EF4-FFF2-40B4-BE49-F238E27FC236}">
                <a16:creationId xmlns:a16="http://schemas.microsoft.com/office/drawing/2014/main" id="{FBBC8121-BFD8-484F-87E4-8F7AA49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75" y="49287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>
            <a:extLst xmlns:a="http://schemas.openxmlformats.org/drawingml/2006/main">
              <a:ext uri="{FF2B5EF4-FFF2-40B4-BE49-F238E27FC236}">
                <a16:creationId xmlns:a16="http://schemas.microsoft.com/office/drawing/2014/main" id="{7E5AF2C7-0144-42F6-9511-AE7383AA8D0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038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83" name="Google Shape;183;p24">
            <a:extLst xmlns:a="http://schemas.openxmlformats.org/drawingml/2006/main">
              <a:ext uri="{FF2B5EF4-FFF2-40B4-BE49-F238E27FC236}">
                <a16:creationId xmlns:a16="http://schemas.microsoft.com/office/drawing/2014/main" id="{04A765DC-1EAE-453B-B05A-319A9139B2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Only 3">
  <p:cSld name="CUSTOM_3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Google Shape;185;p25">
            <a:extLst xmlns:a="http://schemas.openxmlformats.org/drawingml/2006/main">
              <a:ext uri="{FF2B5EF4-FFF2-40B4-BE49-F238E27FC236}">
                <a16:creationId xmlns:a16="http://schemas.microsoft.com/office/drawing/2014/main" id="{884F3FFF-7A09-42BD-A6D8-072CAF9A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875525" y="38274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>
            <a:extLst xmlns:a="http://schemas.openxmlformats.org/drawingml/2006/main">
              <a:ext uri="{FF2B5EF4-FFF2-40B4-BE49-F238E27FC236}">
                <a16:creationId xmlns:a16="http://schemas.microsoft.com/office/drawing/2014/main" id="{A2407984-13DC-45E1-ABB9-3F16210E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>
            <a:extLst xmlns:a="http://schemas.openxmlformats.org/drawingml/2006/main">
              <a:ext uri="{FF2B5EF4-FFF2-40B4-BE49-F238E27FC236}">
                <a16:creationId xmlns:a16="http://schemas.microsoft.com/office/drawing/2014/main" id="{17A0C8BF-CD44-4A4E-B56D-1A3646482A7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038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88" name="Google Shape;188;p25">
            <a:extLst xmlns:a="http://schemas.openxmlformats.org/drawingml/2006/main">
              <a:ext uri="{FF2B5EF4-FFF2-40B4-BE49-F238E27FC236}">
                <a16:creationId xmlns:a16="http://schemas.microsoft.com/office/drawing/2014/main" id="{5B76980D-3285-4300-B5FF-CEB2D211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675" y="1671775"/>
            <a:ext cx="4638600" cy="463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>
            <a:extLst xmlns:a="http://schemas.openxmlformats.org/drawingml/2006/main">
              <a:ext uri="{FF2B5EF4-FFF2-40B4-BE49-F238E27FC236}">
                <a16:creationId xmlns:a16="http://schemas.microsoft.com/office/drawing/2014/main" id="{6479395A-2E66-469F-B1C1-99D8A083F5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and Four Columns 1">
  <p:cSld name="CUSTOM_3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26">
            <a:extLst xmlns:a="http://schemas.openxmlformats.org/drawingml/2006/main">
              <a:ext uri="{FF2B5EF4-FFF2-40B4-BE49-F238E27FC236}">
                <a16:creationId xmlns:a16="http://schemas.microsoft.com/office/drawing/2014/main" id="{6E8C7666-8E73-4142-8C57-34CC370B2E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2475" y="2843752"/>
            <a:ext cx="15780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2" name="Google Shape;192;p26">
            <a:extLst xmlns:a="http://schemas.openxmlformats.org/drawingml/2006/main">
              <a:ext uri="{FF2B5EF4-FFF2-40B4-BE49-F238E27FC236}">
                <a16:creationId xmlns:a16="http://schemas.microsoft.com/office/drawing/2014/main" id="{E9926893-309A-4617-8B25-9CDDC5DED78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738625" y="2760052"/>
            <a:ext cx="1657800" cy="3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3" name="Google Shape;193;p26">
            <a:extLst xmlns:a="http://schemas.openxmlformats.org/drawingml/2006/main">
              <a:ext uri="{FF2B5EF4-FFF2-40B4-BE49-F238E27FC236}">
                <a16:creationId xmlns:a16="http://schemas.microsoft.com/office/drawing/2014/main" id="{0F43AF8D-6146-4302-997E-51D583688AA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04725" y="2843752"/>
            <a:ext cx="1657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4" name="Google Shape;194;p26">
            <a:extLst xmlns:a="http://schemas.openxmlformats.org/drawingml/2006/main">
              <a:ext uri="{FF2B5EF4-FFF2-40B4-BE49-F238E27FC236}">
                <a16:creationId xmlns:a16="http://schemas.microsoft.com/office/drawing/2014/main" id="{08825A30-417D-4BC6-9040-C1177B68A54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982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5" name="Google Shape;195;p26">
            <a:extLst xmlns:a="http://schemas.openxmlformats.org/drawingml/2006/main">
              <a:ext uri="{FF2B5EF4-FFF2-40B4-BE49-F238E27FC236}">
                <a16:creationId xmlns:a16="http://schemas.microsoft.com/office/drawing/2014/main" id="{A981B106-6FA5-443F-A6DD-9EF4D008B469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69587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6" name="Google Shape;196;p26">
            <a:extLst xmlns:a="http://schemas.openxmlformats.org/drawingml/2006/main">
              <a:ext uri="{FF2B5EF4-FFF2-40B4-BE49-F238E27FC236}">
                <a16:creationId xmlns:a16="http://schemas.microsoft.com/office/drawing/2014/main" id="{1A85C657-B4BA-4971-9A7B-43E354477F2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66197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7" name="Google Shape;197;p26">
            <a:extLst xmlns:a="http://schemas.openxmlformats.org/drawingml/2006/main">
              <a:ext uri="{FF2B5EF4-FFF2-40B4-BE49-F238E27FC236}">
                <a16:creationId xmlns:a16="http://schemas.microsoft.com/office/drawing/2014/main" id="{7D495B8C-BC74-4145-8AD5-400C8F295D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98" name="Google Shape;198;p26">
            <a:extLst xmlns:a="http://schemas.openxmlformats.org/drawingml/2006/main">
              <a:ext uri="{FF2B5EF4-FFF2-40B4-BE49-F238E27FC236}">
                <a16:creationId xmlns:a16="http://schemas.microsoft.com/office/drawing/2014/main" id="{76881FD0-96A2-408B-8F6E-3926C6E6EEF4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713575" y="2843752"/>
            <a:ext cx="1657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9" name="Google Shape;199;p26">
            <a:extLst xmlns:a="http://schemas.openxmlformats.org/drawingml/2006/main">
              <a:ext uri="{FF2B5EF4-FFF2-40B4-BE49-F238E27FC236}">
                <a16:creationId xmlns:a16="http://schemas.microsoft.com/office/drawing/2014/main" id="{AD0141EA-A1FD-449C-B977-A19C9361097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67082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00" name="Google Shape;200;p26">
            <a:extLst xmlns:a="http://schemas.openxmlformats.org/drawingml/2006/main">
              <a:ext uri="{FF2B5EF4-FFF2-40B4-BE49-F238E27FC236}">
                <a16:creationId xmlns:a16="http://schemas.microsoft.com/office/drawing/2014/main" id="{F9E7854E-6429-44ED-ACC3-3BC469E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00" y="4643200"/>
            <a:ext cx="1129200" cy="112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>
            <a:extLst xmlns:a="http://schemas.openxmlformats.org/drawingml/2006/main">
              <a:ext uri="{FF2B5EF4-FFF2-40B4-BE49-F238E27FC236}">
                <a16:creationId xmlns:a16="http://schemas.microsoft.com/office/drawing/2014/main" id="{2A96538E-77DF-4722-AC9A-A450E73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950" y="-424100"/>
            <a:ext cx="824400" cy="82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>
            <a:extLst xmlns:a="http://schemas.openxmlformats.org/drawingml/2006/main">
              <a:ext uri="{FF2B5EF4-FFF2-40B4-BE49-F238E27FC236}">
                <a16:creationId xmlns:a16="http://schemas.microsoft.com/office/drawing/2014/main" id="{379B1AA1-B482-4A57-9C4C-99874D0DC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 4">
  <p:cSld name="CUSTOM_5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Google Shape;204;p27">
            <a:extLst xmlns:a="http://schemas.openxmlformats.org/drawingml/2006/main">
              <a:ext uri="{FF2B5EF4-FFF2-40B4-BE49-F238E27FC236}">
                <a16:creationId xmlns:a16="http://schemas.microsoft.com/office/drawing/2014/main" id="{EFF94901-1E3C-478A-82A3-BB88AAEA50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7473" y="3801261"/>
            <a:ext cx="4435800" cy="85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205" name="Google Shape;205;p27">
            <a:extLst xmlns:a="http://schemas.openxmlformats.org/drawingml/2006/main">
              <a:ext uri="{FF2B5EF4-FFF2-40B4-BE49-F238E27FC236}">
                <a16:creationId xmlns:a16="http://schemas.microsoft.com/office/drawing/2014/main" id="{C5ED8D45-D13E-4A98-9A06-B9DC286873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Title Only 5">
  <p:cSld name="CUSTOM_3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07;p28">
            <a:extLst xmlns:a="http://schemas.openxmlformats.org/drawingml/2006/main">
              <a:ext uri="{FF2B5EF4-FFF2-40B4-BE49-F238E27FC236}">
                <a16:creationId xmlns:a16="http://schemas.microsoft.com/office/drawing/2014/main" id="{F8D0BDF0-56E9-465F-93B8-352E44D84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4750" y="1250550"/>
            <a:ext cx="2126100" cy="220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208" name="Google Shape;208;p28">
            <a:extLst xmlns:a="http://schemas.openxmlformats.org/drawingml/2006/main">
              <a:ext uri="{FF2B5EF4-FFF2-40B4-BE49-F238E27FC236}">
                <a16:creationId xmlns:a16="http://schemas.microsoft.com/office/drawing/2014/main" id="{B0CFD534-DF94-4952-95E2-341B48194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Numbers and Text 1">
  <p:cSld name="CUSTOM_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29">
            <a:extLst xmlns:a="http://schemas.openxmlformats.org/drawingml/2006/main">
              <a:ext uri="{FF2B5EF4-FFF2-40B4-BE49-F238E27FC236}">
                <a16:creationId xmlns:a16="http://schemas.microsoft.com/office/drawing/2014/main" id="{4C3BDCA8-8581-4517-A67F-A2C03352EF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625" y="2928277"/>
            <a:ext cx="30645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11" name="Google Shape;211;p29">
            <a:extLst xmlns:a="http://schemas.openxmlformats.org/drawingml/2006/main">
              <a:ext uri="{FF2B5EF4-FFF2-40B4-BE49-F238E27FC236}">
                <a16:creationId xmlns:a16="http://schemas.microsoft.com/office/drawing/2014/main" id="{154335C8-A21D-4D87-8448-5AF7BC8476D0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2944550" y="1279425"/>
            <a:ext cx="30645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12" name="Google Shape;212;p29">
            <a:extLst xmlns:a="http://schemas.openxmlformats.org/drawingml/2006/main">
              <a:ext uri="{FF2B5EF4-FFF2-40B4-BE49-F238E27FC236}">
                <a16:creationId xmlns:a16="http://schemas.microsoft.com/office/drawing/2014/main" id="{69310E9E-8E78-49F2-8361-D0D20C298CCA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5070575" y="2920220"/>
            <a:ext cx="30645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13" name="Google Shape;213;p29">
            <a:extLst xmlns:a="http://schemas.openxmlformats.org/drawingml/2006/main">
              <a:ext uri="{FF2B5EF4-FFF2-40B4-BE49-F238E27FC236}">
                <a16:creationId xmlns:a16="http://schemas.microsoft.com/office/drawing/2014/main" id="{4B676002-F27F-4E51-BD02-5F056E4EF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178925" y="3663791"/>
            <a:ext cx="20559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4" name="Google Shape;214;p29">
            <a:extLst xmlns:a="http://schemas.openxmlformats.org/drawingml/2006/main">
              <a:ext uri="{FF2B5EF4-FFF2-40B4-BE49-F238E27FC236}">
                <a16:creationId xmlns:a16="http://schemas.microsoft.com/office/drawing/2014/main" id="{CD3F56A5-5009-49CE-A851-AC2BEAE2027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3266849" y="2078426"/>
            <a:ext cx="24198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5" name="Google Shape;215;p29">
            <a:extLst xmlns:a="http://schemas.openxmlformats.org/drawingml/2006/main">
              <a:ext uri="{FF2B5EF4-FFF2-40B4-BE49-F238E27FC236}">
                <a16:creationId xmlns:a16="http://schemas.microsoft.com/office/drawing/2014/main" id="{8A290AA8-3930-4561-8C12-0797A3D75F6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 flipH="1">
            <a:off x="5574875" y="3663791"/>
            <a:ext cx="20559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6" name="Google Shape;216;p29">
            <a:extLst xmlns:a="http://schemas.openxmlformats.org/drawingml/2006/main">
              <a:ext uri="{FF2B5EF4-FFF2-40B4-BE49-F238E27FC236}">
                <a16:creationId xmlns:a16="http://schemas.microsoft.com/office/drawing/2014/main" id="{2D9FC936-B1D1-4389-BBF3-AD1AC46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575" y="2947875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>
            <a:extLst xmlns:a="http://schemas.openxmlformats.org/drawingml/2006/main">
              <a:ext uri="{FF2B5EF4-FFF2-40B4-BE49-F238E27FC236}">
                <a16:creationId xmlns:a16="http://schemas.microsoft.com/office/drawing/2014/main" id="{E050127A-429F-403E-A75D-78BE8B6A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0325" y="854500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>
            <a:extLst xmlns:a="http://schemas.openxmlformats.org/drawingml/2006/main">
              <a:ext uri="{FF2B5EF4-FFF2-40B4-BE49-F238E27FC236}">
                <a16:creationId xmlns:a16="http://schemas.microsoft.com/office/drawing/2014/main" id="{6A38A927-F74B-4479-BC27-734578D7913D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19" name="Google Shape;219;p29">
            <a:extLst xmlns:a="http://schemas.openxmlformats.org/drawingml/2006/main">
              <a:ext uri="{FF2B5EF4-FFF2-40B4-BE49-F238E27FC236}">
                <a16:creationId xmlns:a16="http://schemas.microsoft.com/office/drawing/2014/main" id="{42061800-F322-4419-91B1-191FD8AF4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Numbers and Text 2">
  <p:cSld name="CUSTOM_3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30">
            <a:extLst xmlns:a="http://schemas.openxmlformats.org/drawingml/2006/main">
              <a:ext uri="{FF2B5EF4-FFF2-40B4-BE49-F238E27FC236}">
                <a16:creationId xmlns:a16="http://schemas.microsoft.com/office/drawing/2014/main" id="{B69CB6ED-C4F6-4A5B-BDDB-0D6769DBF6E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775" y="1209134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2" name="Google Shape;222;p30">
            <a:extLst xmlns:a="http://schemas.openxmlformats.org/drawingml/2006/main">
              <a:ext uri="{FF2B5EF4-FFF2-40B4-BE49-F238E27FC236}">
                <a16:creationId xmlns:a16="http://schemas.microsoft.com/office/drawing/2014/main" id="{36AE5F66-1369-48DD-A712-4047514DCA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023775" y="1944635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3" name="Google Shape;223;p30">
            <a:extLst xmlns:a="http://schemas.openxmlformats.org/drawingml/2006/main">
              <a:ext uri="{FF2B5EF4-FFF2-40B4-BE49-F238E27FC236}">
                <a16:creationId xmlns:a16="http://schemas.microsoft.com/office/drawing/2014/main" id="{D1B62F75-ABCC-4853-B1F6-F8F88A20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300" y="0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>
            <a:extLst xmlns:a="http://schemas.openxmlformats.org/drawingml/2006/main">
              <a:ext uri="{FF2B5EF4-FFF2-40B4-BE49-F238E27FC236}">
                <a16:creationId xmlns:a16="http://schemas.microsoft.com/office/drawing/2014/main" id="{B2D1953A-9885-4658-848E-E24BC0C3755A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25" name="Google Shape;225;p30">
            <a:extLst xmlns:a="http://schemas.openxmlformats.org/drawingml/2006/main">
              <a:ext uri="{FF2B5EF4-FFF2-40B4-BE49-F238E27FC236}">
                <a16:creationId xmlns:a16="http://schemas.microsoft.com/office/drawing/2014/main" id="{87F3A200-0943-4727-B911-F4608E74130D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367050" y="1208359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6" name="Google Shape;226;p30">
            <a:extLst xmlns:a="http://schemas.openxmlformats.org/drawingml/2006/main">
              <a:ext uri="{FF2B5EF4-FFF2-40B4-BE49-F238E27FC236}">
                <a16:creationId xmlns:a16="http://schemas.microsoft.com/office/drawing/2014/main" id="{DFD07B78-5768-4593-BC62-B42D7552E23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4367050" y="1943825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7" name="Google Shape;227;p30">
            <a:extLst xmlns:a="http://schemas.openxmlformats.org/drawingml/2006/main">
              <a:ext uri="{FF2B5EF4-FFF2-40B4-BE49-F238E27FC236}">
                <a16:creationId xmlns:a16="http://schemas.microsoft.com/office/drawing/2014/main" id="{047A699E-17F4-4110-A603-30B971140690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2614450" y="3229025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8" name="Google Shape;228;p30">
            <a:extLst xmlns:a="http://schemas.openxmlformats.org/drawingml/2006/main">
              <a:ext uri="{FF2B5EF4-FFF2-40B4-BE49-F238E27FC236}">
                <a16:creationId xmlns:a16="http://schemas.microsoft.com/office/drawing/2014/main" id="{5E6DA32A-F03B-4EC3-80FC-BA7C4AB1BA5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 flipH="1">
            <a:off x="2614450" y="3954720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9" name="Google Shape;229;p30">
            <a:extLst xmlns:a="http://schemas.openxmlformats.org/drawingml/2006/main">
              <a:ext uri="{FF2B5EF4-FFF2-40B4-BE49-F238E27FC236}">
                <a16:creationId xmlns:a16="http://schemas.microsoft.com/office/drawing/2014/main" id="{FCE941D2-F1CC-4C6B-B126-F8EC43EB03A0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5957950" y="3227963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30" name="Google Shape;230;p30">
            <a:extLst xmlns:a="http://schemas.openxmlformats.org/drawingml/2006/main">
              <a:ext uri="{FF2B5EF4-FFF2-40B4-BE49-F238E27FC236}">
                <a16:creationId xmlns:a16="http://schemas.microsoft.com/office/drawing/2014/main" id="{34B48942-2A51-49F9-828E-683AA42600E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 flipH="1">
            <a:off x="5957950" y="3953657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1" name="Google Shape;231;p30">
            <a:extLst xmlns:a="http://schemas.openxmlformats.org/drawingml/2006/main">
              <a:ext uri="{FF2B5EF4-FFF2-40B4-BE49-F238E27FC236}">
                <a16:creationId xmlns:a16="http://schemas.microsoft.com/office/drawing/2014/main" id="{DF2C03FF-BC3E-42DD-9D97-5F2FC28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295400"/>
            <a:ext cx="1240200" cy="1240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>
            <a:extLst xmlns:a="http://schemas.openxmlformats.org/drawingml/2006/main">
              <a:ext uri="{FF2B5EF4-FFF2-40B4-BE49-F238E27FC236}">
                <a16:creationId xmlns:a16="http://schemas.microsoft.com/office/drawing/2014/main" id="{1F784233-5845-4972-8B16-3C0A1D2096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Numbers and Text 3">
  <p:cSld name="CUSTOM_6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Google Shape;234;p31">
            <a:extLst xmlns:a="http://schemas.openxmlformats.org/drawingml/2006/main">
              <a:ext uri="{FF2B5EF4-FFF2-40B4-BE49-F238E27FC236}">
                <a16:creationId xmlns:a16="http://schemas.microsoft.com/office/drawing/2014/main" id="{C185ECA2-F5C1-418E-9EFF-0016F37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875525" y="38274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">
            <a:extLst xmlns:a="http://schemas.openxmlformats.org/drawingml/2006/main">
              <a:ext uri="{FF2B5EF4-FFF2-40B4-BE49-F238E27FC236}">
                <a16:creationId xmlns:a16="http://schemas.microsoft.com/office/drawing/2014/main" id="{D581EC96-8FDA-4B6B-A232-41B3430C4D3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74525" y="2167609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36" name="Google Shape;236;p31">
            <a:extLst xmlns:a="http://schemas.openxmlformats.org/drawingml/2006/main">
              <a:ext uri="{FF2B5EF4-FFF2-40B4-BE49-F238E27FC236}">
                <a16:creationId xmlns:a16="http://schemas.microsoft.com/office/drawing/2014/main" id="{BF8FAA37-2DB4-4BDE-8190-DC6B6A10C1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174525" y="2903110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7" name="Google Shape;237;p31">
            <a:extLst xmlns:a="http://schemas.openxmlformats.org/drawingml/2006/main">
              <a:ext uri="{FF2B5EF4-FFF2-40B4-BE49-F238E27FC236}">
                <a16:creationId xmlns:a16="http://schemas.microsoft.com/office/drawing/2014/main" id="{C810D832-DB47-4151-9714-13BD8DC6F340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38" name="Google Shape;238;p31">
            <a:extLst xmlns:a="http://schemas.openxmlformats.org/drawingml/2006/main">
              <a:ext uri="{FF2B5EF4-FFF2-40B4-BE49-F238E27FC236}">
                <a16:creationId xmlns:a16="http://schemas.microsoft.com/office/drawing/2014/main" id="{4BE5807A-1C4E-4CAE-903C-DA2E16B10FF1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5279800" y="2166834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39" name="Google Shape;239;p31">
            <a:extLst xmlns:a="http://schemas.openxmlformats.org/drawingml/2006/main">
              <a:ext uri="{FF2B5EF4-FFF2-40B4-BE49-F238E27FC236}">
                <a16:creationId xmlns:a16="http://schemas.microsoft.com/office/drawing/2014/main" id="{51F22307-EE5F-49FC-B164-42AB526AF91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5279800" y="2902300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0" name="Google Shape;240;p31">
            <a:extLst xmlns:a="http://schemas.openxmlformats.org/drawingml/2006/main">
              <a:ext uri="{FF2B5EF4-FFF2-40B4-BE49-F238E27FC236}">
                <a16:creationId xmlns:a16="http://schemas.microsoft.com/office/drawing/2014/main" id="{76B07B27-25F3-4344-8C2E-44BE57D55C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Big Number 1">
  <p:cSld name="CUSTOM_5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42;p32">
            <a:extLst xmlns:a="http://schemas.openxmlformats.org/drawingml/2006/main">
              <a:ext uri="{FF2B5EF4-FFF2-40B4-BE49-F238E27FC236}">
                <a16:creationId xmlns:a16="http://schemas.microsoft.com/office/drawing/2014/main" id="{9E4A324C-34EB-4271-8380-6194241FFF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6225" y="1824375"/>
            <a:ext cx="5587200" cy="13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43" name="Google Shape;243;p32">
            <a:extLst xmlns:a="http://schemas.openxmlformats.org/drawingml/2006/main">
              <a:ext uri="{FF2B5EF4-FFF2-40B4-BE49-F238E27FC236}">
                <a16:creationId xmlns:a16="http://schemas.microsoft.com/office/drawing/2014/main" id="{3BA5E09B-4E6F-4D48-8E93-AA07F98769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26225" y="3005325"/>
            <a:ext cx="55872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4" name="Google Shape;244;p32">
            <a:extLst xmlns:a="http://schemas.openxmlformats.org/drawingml/2006/main">
              <a:ext uri="{FF2B5EF4-FFF2-40B4-BE49-F238E27FC236}">
                <a16:creationId xmlns:a16="http://schemas.microsoft.com/office/drawing/2014/main" id="{25692509-EC8E-448A-8916-373CCCFEF5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Main Point">
  <p:cSld name="CUSTOM_5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Google Shape;246;p33">
            <a:extLst xmlns:a="http://schemas.openxmlformats.org/drawingml/2006/main">
              <a:ext uri="{FF2B5EF4-FFF2-40B4-BE49-F238E27FC236}">
                <a16:creationId xmlns:a16="http://schemas.microsoft.com/office/drawing/2014/main" id="{B6D7C661-2E88-40D2-82A0-B714A801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63250" y="-9450"/>
            <a:ext cx="5162400" cy="51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>
            <a:extLst xmlns:a="http://schemas.openxmlformats.org/drawingml/2006/main">
              <a:ext uri="{FF2B5EF4-FFF2-40B4-BE49-F238E27FC236}">
                <a16:creationId xmlns:a16="http://schemas.microsoft.com/office/drawing/2014/main" id="{BF99F878-6294-4718-8CA2-F4797DC5EB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379250" y="1267450"/>
            <a:ext cx="44406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8000"/>
              <a:buNone/>
              <a:defRPr sz="6300"/>
            </a:lvl1pPr>
            <a:lvl2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48" name="Google Shape;248;p33">
            <a:extLst xmlns:a="http://schemas.openxmlformats.org/drawingml/2006/main">
              <a:ext uri="{FF2B5EF4-FFF2-40B4-BE49-F238E27FC236}">
                <a16:creationId xmlns:a16="http://schemas.microsoft.com/office/drawing/2014/main" id="{88E659CF-0811-416A-8C10-C7DF848D9F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324150" y="3208850"/>
            <a:ext cx="44406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9" name="Google Shape;249;p33">
            <a:extLst xmlns:a="http://schemas.openxmlformats.org/drawingml/2006/main">
              <a:ext uri="{FF2B5EF4-FFF2-40B4-BE49-F238E27FC236}">
                <a16:creationId xmlns:a16="http://schemas.microsoft.com/office/drawing/2014/main" id="{9FCF1682-DB75-4C7F-A3BC-2774D194E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Title and Text 2">
  <p:cSld name="CUSTOM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" name="Google Shape;251;p34">
            <a:extLst xmlns:a="http://schemas.openxmlformats.org/drawingml/2006/main">
              <a:ext uri="{FF2B5EF4-FFF2-40B4-BE49-F238E27FC236}">
                <a16:creationId xmlns:a16="http://schemas.microsoft.com/office/drawing/2014/main" id="{A5D9FE09-5130-4350-9152-80DEF201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4251300" cy="39579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>
            <a:extLst xmlns:a="http://schemas.openxmlformats.org/drawingml/2006/main">
              <a:ext uri="{FF2B5EF4-FFF2-40B4-BE49-F238E27FC236}">
                <a16:creationId xmlns:a16="http://schemas.microsoft.com/office/drawing/2014/main" id="{B2423089-5CA3-435E-93BF-27B277ABF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6275" y="466887"/>
            <a:ext cx="31284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253" name="Google Shape;253;p34">
            <a:extLst xmlns:a="http://schemas.openxmlformats.org/drawingml/2006/main">
              <a:ext uri="{FF2B5EF4-FFF2-40B4-BE49-F238E27FC236}">
                <a16:creationId xmlns:a16="http://schemas.microsoft.com/office/drawing/2014/main" id="{EFE70992-D80F-4FE0-8DD3-EFB36FD9E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6275" y="1413349"/>
            <a:ext cx="3128400" cy="12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4" name="Google Shape;254;p34">
            <a:extLst xmlns:a="http://schemas.openxmlformats.org/drawingml/2006/main">
              <a:ext uri="{FF2B5EF4-FFF2-40B4-BE49-F238E27FC236}">
                <a16:creationId xmlns:a16="http://schemas.microsoft.com/office/drawing/2014/main" id="{D01E8848-877D-4233-9583-7FFA7F97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000" y="0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">
            <a:extLst xmlns:a="http://schemas.openxmlformats.org/drawingml/2006/main">
              <a:ext uri="{FF2B5EF4-FFF2-40B4-BE49-F238E27FC236}">
                <a16:creationId xmlns:a16="http://schemas.microsoft.com/office/drawing/2014/main" id="{E13B746B-71CB-449E-B2AC-57F6BDD3CB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Title and Four Columns 2">
  <p:cSld name="CUSTOM_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" name="Google Shape;257;p35">
            <a:extLst xmlns:a="http://schemas.openxmlformats.org/drawingml/2006/main">
              <a:ext uri="{FF2B5EF4-FFF2-40B4-BE49-F238E27FC236}">
                <a16:creationId xmlns:a16="http://schemas.microsoft.com/office/drawing/2014/main" id="{151A4D33-0925-4FD6-8F5E-9EA38815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00" y="4643200"/>
            <a:ext cx="1129200" cy="112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">
            <a:extLst xmlns:a="http://schemas.openxmlformats.org/drawingml/2006/main">
              <a:ext uri="{FF2B5EF4-FFF2-40B4-BE49-F238E27FC236}">
                <a16:creationId xmlns:a16="http://schemas.microsoft.com/office/drawing/2014/main" id="{032E99CD-A26E-4F55-859E-2FE7B36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950" y="-424100"/>
            <a:ext cx="824400" cy="82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>
            <a:extLst xmlns:a="http://schemas.openxmlformats.org/drawingml/2006/main">
              <a:ext uri="{FF2B5EF4-FFF2-40B4-BE49-F238E27FC236}">
                <a16:creationId xmlns:a16="http://schemas.microsoft.com/office/drawing/2014/main" id="{C4CC1935-BB00-49E1-A04A-3E9522C3FC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34275" y="140110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0" name="Google Shape;260;p35">
            <a:extLst xmlns:a="http://schemas.openxmlformats.org/drawingml/2006/main">
              <a:ext uri="{FF2B5EF4-FFF2-40B4-BE49-F238E27FC236}">
                <a16:creationId xmlns:a16="http://schemas.microsoft.com/office/drawing/2014/main" id="{C490C8F9-0B08-4E95-AE77-86BECC3735C0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6956000" y="140110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1" name="Google Shape;261;p35">
            <a:extLst xmlns:a="http://schemas.openxmlformats.org/drawingml/2006/main">
              <a:ext uri="{FF2B5EF4-FFF2-40B4-BE49-F238E27FC236}">
                <a16:creationId xmlns:a16="http://schemas.microsoft.com/office/drawing/2014/main" id="{75C6011A-2A9C-46D5-A629-1CA845F34E0D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2723950" y="13885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2" name="Google Shape;262;p35">
            <a:extLst xmlns:a="http://schemas.openxmlformats.org/drawingml/2006/main">
              <a:ext uri="{FF2B5EF4-FFF2-40B4-BE49-F238E27FC236}">
                <a16:creationId xmlns:a16="http://schemas.microsoft.com/office/drawing/2014/main" id="{35BE6C7D-DBEA-4E02-B8B3-5622C34363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24000" y="1738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3" name="Google Shape;263;p35">
            <a:extLst xmlns:a="http://schemas.openxmlformats.org/drawingml/2006/main">
              <a:ext uri="{FF2B5EF4-FFF2-40B4-BE49-F238E27FC236}">
                <a16:creationId xmlns:a16="http://schemas.microsoft.com/office/drawing/2014/main" id="{818CF196-A142-47F9-9CEB-44F274EBB3AE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2723950" y="26680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4" name="Google Shape;264;p35">
            <a:extLst xmlns:a="http://schemas.openxmlformats.org/drawingml/2006/main">
              <a:ext uri="{FF2B5EF4-FFF2-40B4-BE49-F238E27FC236}">
                <a16:creationId xmlns:a16="http://schemas.microsoft.com/office/drawing/2014/main" id="{483628ED-2173-4312-B431-982BC5E6BD3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724000" y="30183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9615D516-1119-4EB4-AAE5-1E4C1C93E9AE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4904450" y="1393698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6" name="Google Shape;266;p35">
            <a:extLst xmlns:a="http://schemas.openxmlformats.org/drawingml/2006/main">
              <a:ext uri="{FF2B5EF4-FFF2-40B4-BE49-F238E27FC236}">
                <a16:creationId xmlns:a16="http://schemas.microsoft.com/office/drawing/2014/main" id="{B8F0D843-BCF8-4F65-B5EE-C9806E523EE8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904450" y="1738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7" name="Google Shape;267;p35">
            <a:extLst xmlns:a="http://schemas.openxmlformats.org/drawingml/2006/main">
              <a:ext uri="{FF2B5EF4-FFF2-40B4-BE49-F238E27FC236}">
                <a16:creationId xmlns:a16="http://schemas.microsoft.com/office/drawing/2014/main" id="{4FD3D664-F7E2-4824-A6E8-7DA49A562886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4904400" y="26680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8" name="Google Shape;268;p35">
            <a:extLst xmlns:a="http://schemas.openxmlformats.org/drawingml/2006/main">
              <a:ext uri="{FF2B5EF4-FFF2-40B4-BE49-F238E27FC236}">
                <a16:creationId xmlns:a16="http://schemas.microsoft.com/office/drawing/2014/main" id="{0971BB7A-5C86-4539-BCF9-E2F7F56D8185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904400" y="3011393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9" name="Google Shape;269;p35">
            <a:extLst xmlns:a="http://schemas.openxmlformats.org/drawingml/2006/main">
              <a:ext uri="{FF2B5EF4-FFF2-40B4-BE49-F238E27FC236}">
                <a16:creationId xmlns:a16="http://schemas.microsoft.com/office/drawing/2014/main" id="{384B29D1-B848-4AED-8942-6F751CA50BF7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>
          <a:xfrm xmlns:a="http://schemas.openxmlformats.org/drawingml/2006/main">
            <a:off x="1365750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0" name="Google Shape;270;p35">
            <a:extLst xmlns:a="http://schemas.openxmlformats.org/drawingml/2006/main">
              <a:ext uri="{FF2B5EF4-FFF2-40B4-BE49-F238E27FC236}">
                <a16:creationId xmlns:a16="http://schemas.microsoft.com/office/drawing/2014/main" id="{0B9284B9-D29A-480D-A9F5-432A58E0F1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Title and Four Columns 3">
  <p:cSld name="CUSTOM_4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36">
            <a:extLst xmlns:a="http://schemas.openxmlformats.org/drawingml/2006/main">
              <a:ext uri="{FF2B5EF4-FFF2-40B4-BE49-F238E27FC236}">
                <a16:creationId xmlns:a16="http://schemas.microsoft.com/office/drawing/2014/main" id="{A0565BE2-0628-4906-81E5-F38E058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050" y="2847600"/>
            <a:ext cx="5017200" cy="14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6">
            <a:extLst xmlns:a="http://schemas.openxmlformats.org/drawingml/2006/main">
              <a:ext uri="{FF2B5EF4-FFF2-40B4-BE49-F238E27FC236}">
                <a16:creationId xmlns:a16="http://schemas.microsoft.com/office/drawing/2014/main" id="{D1D1E02F-0207-4641-AE64-CB8EF51E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050" y="1255125"/>
            <a:ext cx="5017200" cy="14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6">
            <a:extLst xmlns:a="http://schemas.openxmlformats.org/drawingml/2006/main">
              <a:ext uri="{FF2B5EF4-FFF2-40B4-BE49-F238E27FC236}">
                <a16:creationId xmlns:a16="http://schemas.microsoft.com/office/drawing/2014/main" id="{58A65FC6-7468-476E-A9CA-85061B4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014300"/>
            <a:ext cx="1129200" cy="112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>
            <a:extLst xmlns:a="http://schemas.openxmlformats.org/drawingml/2006/main">
              <a:ext uri="{FF2B5EF4-FFF2-40B4-BE49-F238E27FC236}">
                <a16:creationId xmlns:a16="http://schemas.microsoft.com/office/drawing/2014/main" id="{8612280D-526F-4F68-8D46-401B39B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070" y="327500"/>
            <a:ext cx="824400" cy="82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6">
            <a:extLst xmlns:a="http://schemas.openxmlformats.org/drawingml/2006/main">
              <a:ext uri="{FF2B5EF4-FFF2-40B4-BE49-F238E27FC236}">
                <a16:creationId xmlns:a16="http://schemas.microsoft.com/office/drawing/2014/main" id="{6BAA7F15-046A-45F2-AC43-01A5E89CA7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06825" y="1739884"/>
            <a:ext cx="1453500" cy="47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7" name="Google Shape;277;p36">
            <a:extLst xmlns:a="http://schemas.openxmlformats.org/drawingml/2006/main">
              <a:ext uri="{FF2B5EF4-FFF2-40B4-BE49-F238E27FC236}">
                <a16:creationId xmlns:a16="http://schemas.microsoft.com/office/drawing/2014/main" id="{0D2B04A1-4B34-49BB-AC93-40D6D626F7FE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208725" y="3331785"/>
            <a:ext cx="1449600" cy="47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8" name="Google Shape;278;p36">
            <a:extLst xmlns:a="http://schemas.openxmlformats.org/drawingml/2006/main">
              <a:ext uri="{FF2B5EF4-FFF2-40B4-BE49-F238E27FC236}">
                <a16:creationId xmlns:a16="http://schemas.microsoft.com/office/drawing/2014/main" id="{4D211A40-3DFA-42EC-8071-0A5CCB04AEA0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3780450" y="14002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9" name="Google Shape;279;p36">
            <a:extLst xmlns:a="http://schemas.openxmlformats.org/drawingml/2006/main">
              <a:ext uri="{FF2B5EF4-FFF2-40B4-BE49-F238E27FC236}">
                <a16:creationId xmlns:a16="http://schemas.microsoft.com/office/drawing/2014/main" id="{C8F277EC-BB6D-439E-BF90-36A5E583B1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80500" y="1751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8B764CC6-74E1-4982-AEEA-0A0ECB9FC538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3780450" y="29735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1" name="Google Shape;281;p36">
            <a:extLst xmlns:a="http://schemas.openxmlformats.org/drawingml/2006/main">
              <a:ext uri="{FF2B5EF4-FFF2-40B4-BE49-F238E27FC236}">
                <a16:creationId xmlns:a16="http://schemas.microsoft.com/office/drawing/2014/main" id="{5AA3925D-C53E-422D-B631-885C1D549EF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780500" y="3314908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2" name="Google Shape;282;p36">
            <a:extLst xmlns:a="http://schemas.openxmlformats.org/drawingml/2006/main">
              <a:ext uri="{FF2B5EF4-FFF2-40B4-BE49-F238E27FC236}">
                <a16:creationId xmlns:a16="http://schemas.microsoft.com/office/drawing/2014/main" id="{AC14ECE5-3AB2-4D7F-9A84-FE8BF4DF0184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5427550" y="139526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3" name="Google Shape;283;p36">
            <a:extLst xmlns:a="http://schemas.openxmlformats.org/drawingml/2006/main">
              <a:ext uri="{FF2B5EF4-FFF2-40B4-BE49-F238E27FC236}">
                <a16:creationId xmlns:a16="http://schemas.microsoft.com/office/drawing/2014/main" id="{50D63D7A-BE02-44F1-A89D-F0FFB042D85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5427550" y="1751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4" name="Google Shape;284;p36">
            <a:extLst xmlns:a="http://schemas.openxmlformats.org/drawingml/2006/main">
              <a:ext uri="{FF2B5EF4-FFF2-40B4-BE49-F238E27FC236}">
                <a16:creationId xmlns:a16="http://schemas.microsoft.com/office/drawing/2014/main" id="{E6AE89B6-5980-43CB-89B5-FC8AA23A3CE1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5427500" y="29735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5" name="Google Shape;285;p36">
            <a:extLst xmlns:a="http://schemas.openxmlformats.org/drawingml/2006/main">
              <a:ext uri="{FF2B5EF4-FFF2-40B4-BE49-F238E27FC236}">
                <a16:creationId xmlns:a16="http://schemas.microsoft.com/office/drawing/2014/main" id="{DD6C96AC-20F4-4AA9-908C-ABDBDF288D3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427500" y="3328275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6" name="Google Shape;286;p36">
            <a:extLst xmlns:a="http://schemas.openxmlformats.org/drawingml/2006/main">
              <a:ext uri="{FF2B5EF4-FFF2-40B4-BE49-F238E27FC236}">
                <a16:creationId xmlns:a16="http://schemas.microsoft.com/office/drawing/2014/main" id="{09CC837C-E346-4806-93C4-130BE4CBFB4B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>
          <a:xfrm xmlns:a="http://schemas.openxmlformats.org/drawingml/2006/main">
            <a:off x="1365750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7" name="Google Shape;287;p36">
            <a:extLst xmlns:a="http://schemas.openxmlformats.org/drawingml/2006/main">
              <a:ext uri="{FF2B5EF4-FFF2-40B4-BE49-F238E27FC236}">
                <a16:creationId xmlns:a16="http://schemas.microsoft.com/office/drawing/2014/main" id="{C80B3CF3-425E-4B40-9544-87EF22D3EF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Title and Text 3">
  <p:cSld name="CUSTOM_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9" name="Google Shape;289;p37">
            <a:extLst xmlns:a="http://schemas.openxmlformats.org/drawingml/2006/main">
              <a:ext uri="{FF2B5EF4-FFF2-40B4-BE49-F238E27FC236}">
                <a16:creationId xmlns:a16="http://schemas.microsoft.com/office/drawing/2014/main" id="{387CBDA9-0899-4ADF-9B8D-6F02384939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6904" y="333395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90" name="Google Shape;290;p37">
            <a:extLst xmlns:a="http://schemas.openxmlformats.org/drawingml/2006/main">
              <a:ext uri="{FF2B5EF4-FFF2-40B4-BE49-F238E27FC236}">
                <a16:creationId xmlns:a16="http://schemas.microsoft.com/office/drawing/2014/main" id="{1D6EF905-A70E-4CD9-9A23-5F574F0A4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149" y="1108408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1" name="Google Shape;291;p37">
            <a:extLst xmlns:a="http://schemas.openxmlformats.org/drawingml/2006/main">
              <a:ext uri="{FF2B5EF4-FFF2-40B4-BE49-F238E27FC236}">
                <a16:creationId xmlns:a16="http://schemas.microsoft.com/office/drawing/2014/main" id="{A5572B23-65DC-4649-8EC4-31D7E387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0" y="47773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7">
            <a:extLst xmlns:a="http://schemas.openxmlformats.org/drawingml/2006/main">
              <a:ext uri="{FF2B5EF4-FFF2-40B4-BE49-F238E27FC236}">
                <a16:creationId xmlns:a16="http://schemas.microsoft.com/office/drawing/2014/main" id="{F1C85EC4-AE0D-4EE3-BDF9-FFB52F30EC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Title and Three Columns 2">
  <p:cSld name="CUSTOM_4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Google Shape;294;p38">
            <a:extLst xmlns:a="http://schemas.openxmlformats.org/drawingml/2006/main">
              <a:ext uri="{FF2B5EF4-FFF2-40B4-BE49-F238E27FC236}">
                <a16:creationId xmlns:a16="http://schemas.microsoft.com/office/drawing/2014/main" id="{96DD920F-DFE8-47F0-9040-E4DFB460E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076" y="21162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95" name="Google Shape;295;p38">
            <a:extLst xmlns:a="http://schemas.openxmlformats.org/drawingml/2006/main">
              <a:ext uri="{FF2B5EF4-FFF2-40B4-BE49-F238E27FC236}">
                <a16:creationId xmlns:a16="http://schemas.microsoft.com/office/drawing/2014/main" id="{2220D27F-E05E-405A-9880-0F08311A24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5550" y="1454149"/>
            <a:ext cx="1992900" cy="8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utive Mono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6" name="Google Shape;296;p38">
            <a:extLst xmlns:a="http://schemas.openxmlformats.org/drawingml/2006/main">
              <a:ext uri="{FF2B5EF4-FFF2-40B4-BE49-F238E27FC236}">
                <a16:creationId xmlns:a16="http://schemas.microsoft.com/office/drawing/2014/main" id="{75562D62-430F-4F63-97C5-339D358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350" y="45970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8">
            <a:extLst xmlns:a="http://schemas.openxmlformats.org/drawingml/2006/main">
              <a:ext uri="{FF2B5EF4-FFF2-40B4-BE49-F238E27FC236}">
                <a16:creationId xmlns:a16="http://schemas.microsoft.com/office/drawing/2014/main" id="{DCF4AF26-6605-46FE-855E-697579EC7727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035550" y="2378975"/>
            <a:ext cx="19929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98" name="Google Shape;298;p38">
            <a:extLst xmlns:a="http://schemas.openxmlformats.org/drawingml/2006/main">
              <a:ext uri="{FF2B5EF4-FFF2-40B4-BE49-F238E27FC236}">
                <a16:creationId xmlns:a16="http://schemas.microsoft.com/office/drawing/2014/main" id="{B4E7227B-509A-4448-AAF6-5A1EA846CA6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035614" y="2730502"/>
            <a:ext cx="19929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99" name="Google Shape;299;p38">
            <a:extLst xmlns:a="http://schemas.openxmlformats.org/drawingml/2006/main">
              <a:ext uri="{FF2B5EF4-FFF2-40B4-BE49-F238E27FC236}">
                <a16:creationId xmlns:a16="http://schemas.microsoft.com/office/drawing/2014/main" id="{A5F49830-2245-4C7D-8DBA-6173C0F95C6F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035550" y="3647418"/>
            <a:ext cx="19929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0" name="Google Shape;300;p38">
            <a:extLst xmlns:a="http://schemas.openxmlformats.org/drawingml/2006/main">
              <a:ext uri="{FF2B5EF4-FFF2-40B4-BE49-F238E27FC236}">
                <a16:creationId xmlns:a16="http://schemas.microsoft.com/office/drawing/2014/main" id="{0173AA3A-5C0E-4218-853F-218B53B7CCD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035614" y="3988803"/>
            <a:ext cx="19929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01" name="Google Shape;301;p38">
            <a:extLst xmlns:a="http://schemas.openxmlformats.org/drawingml/2006/main">
              <a:ext uri="{FF2B5EF4-FFF2-40B4-BE49-F238E27FC236}">
                <a16:creationId xmlns:a16="http://schemas.microsoft.com/office/drawing/2014/main" id="{12A06C25-8EFF-4E2B-ABE7-1A16E872A05D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024250" y="1109199"/>
            <a:ext cx="19929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2" name="Google Shape;302;p38">
            <a:extLst xmlns:a="http://schemas.openxmlformats.org/drawingml/2006/main">
              <a:ext uri="{FF2B5EF4-FFF2-40B4-BE49-F238E27FC236}">
                <a16:creationId xmlns:a16="http://schemas.microsoft.com/office/drawing/2014/main" id="{73DECE37-6619-41A3-B4C7-3128A92516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matchingName="Title and Two Columns 4">
  <p:cSld name="CUSTOM_4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Google Shape;304;p39">
            <a:extLst xmlns:a="http://schemas.openxmlformats.org/drawingml/2006/main">
              <a:ext uri="{FF2B5EF4-FFF2-40B4-BE49-F238E27FC236}">
                <a16:creationId xmlns:a16="http://schemas.microsoft.com/office/drawing/2014/main" id="{CC3CA93A-BA60-4EE6-B1A5-8322ED7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3300" y="42528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9">
            <a:extLst xmlns:a="http://schemas.openxmlformats.org/drawingml/2006/main">
              <a:ext uri="{FF2B5EF4-FFF2-40B4-BE49-F238E27FC236}">
                <a16:creationId xmlns:a16="http://schemas.microsoft.com/office/drawing/2014/main" id="{C138A3FB-CE94-4E65-8326-9C07288DB1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80050" y="2362484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6" name="Google Shape;306;p39">
            <a:extLst xmlns:a="http://schemas.openxmlformats.org/drawingml/2006/main">
              <a:ext uri="{FF2B5EF4-FFF2-40B4-BE49-F238E27FC236}">
                <a16:creationId xmlns:a16="http://schemas.microsoft.com/office/drawing/2014/main" id="{817D89A3-993C-44F6-A1BD-0DD81ECB25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100" y="2715703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07" name="Google Shape;307;p39">
            <a:extLst xmlns:a="http://schemas.openxmlformats.org/drawingml/2006/main">
              <a:ext uri="{FF2B5EF4-FFF2-40B4-BE49-F238E27FC236}">
                <a16:creationId xmlns:a16="http://schemas.microsoft.com/office/drawing/2014/main" id="{61E8F3C7-9F15-48C0-A286-1763DBDF277A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6309418" y="2368982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8" name="Google Shape;308;p39">
            <a:extLst xmlns:a="http://schemas.openxmlformats.org/drawingml/2006/main">
              <a:ext uri="{FF2B5EF4-FFF2-40B4-BE49-F238E27FC236}">
                <a16:creationId xmlns:a16="http://schemas.microsoft.com/office/drawing/2014/main" id="{072DB923-EB58-4398-B2AB-CA5749FC4C3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09418" y="2718585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09" name="Google Shape;309;p39">
            <a:extLst xmlns:a="http://schemas.openxmlformats.org/drawingml/2006/main">
              <a:ext uri="{FF2B5EF4-FFF2-40B4-BE49-F238E27FC236}">
                <a16:creationId xmlns:a16="http://schemas.microsoft.com/office/drawing/2014/main" id="{8416F729-CD24-4F9A-B78C-B23E1AA5D1B1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10" name="Google Shape;310;p39">
            <a:extLst xmlns:a="http://schemas.openxmlformats.org/drawingml/2006/main">
              <a:ext uri="{FF2B5EF4-FFF2-40B4-BE49-F238E27FC236}">
                <a16:creationId xmlns:a16="http://schemas.microsoft.com/office/drawing/2014/main" id="{D5EFA42F-7287-4057-AFD1-A0434ADC3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matchingName="Numbers and Text 3">
  <p:cSld name="CUSTOM_5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40">
            <a:extLst xmlns:a="http://schemas.openxmlformats.org/drawingml/2006/main">
              <a:ext uri="{FF2B5EF4-FFF2-40B4-BE49-F238E27FC236}">
                <a16:creationId xmlns:a16="http://schemas.microsoft.com/office/drawing/2014/main" id="{C084B148-9EB1-4FBE-93CF-5729DA63F0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002501" y="3200077"/>
            <a:ext cx="2172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13" name="Google Shape;313;p40">
            <a:extLst xmlns:a="http://schemas.openxmlformats.org/drawingml/2006/main">
              <a:ext uri="{FF2B5EF4-FFF2-40B4-BE49-F238E27FC236}">
                <a16:creationId xmlns:a16="http://schemas.microsoft.com/office/drawing/2014/main" id="{885D4C20-DB89-47C8-988B-0E157586A0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135318" y="1684511"/>
            <a:ext cx="19065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4" name="Google Shape;314;p40">
            <a:extLst xmlns:a="http://schemas.openxmlformats.org/drawingml/2006/main">
              <a:ext uri="{FF2B5EF4-FFF2-40B4-BE49-F238E27FC236}">
                <a16:creationId xmlns:a16="http://schemas.microsoft.com/office/drawing/2014/main" id="{6340033D-B184-407F-B81B-48FE679F7450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5415571" y="1896600"/>
            <a:ext cx="14478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15" name="Google Shape;315;p40">
            <a:extLst xmlns:a="http://schemas.openxmlformats.org/drawingml/2006/main">
              <a:ext uri="{FF2B5EF4-FFF2-40B4-BE49-F238E27FC236}">
                <a16:creationId xmlns:a16="http://schemas.microsoft.com/office/drawing/2014/main" id="{BBBADDFF-CAB4-4D43-AB99-571C1CDFB6C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195474" y="3381646"/>
            <a:ext cx="19065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6" name="Google Shape;316;p40">
            <a:extLst xmlns:a="http://schemas.openxmlformats.org/drawingml/2006/main">
              <a:ext uri="{FF2B5EF4-FFF2-40B4-BE49-F238E27FC236}">
                <a16:creationId xmlns:a16="http://schemas.microsoft.com/office/drawing/2014/main" id="{3B0AA272-EE42-4CA3-96D8-1729A301586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2135318" y="1149335"/>
            <a:ext cx="19065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7" name="Google Shape;317;p40">
            <a:extLst xmlns:a="http://schemas.openxmlformats.org/drawingml/2006/main">
              <a:ext uri="{FF2B5EF4-FFF2-40B4-BE49-F238E27FC236}">
                <a16:creationId xmlns:a16="http://schemas.microsoft.com/office/drawing/2014/main" id="{F09AB9D5-0693-4230-B1B6-2D0E3E7A5029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195474" y="3749447"/>
            <a:ext cx="19065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8" name="Google Shape;318;p40">
            <a:extLst xmlns:a="http://schemas.openxmlformats.org/drawingml/2006/main">
              <a:ext uri="{FF2B5EF4-FFF2-40B4-BE49-F238E27FC236}">
                <a16:creationId xmlns:a16="http://schemas.microsoft.com/office/drawing/2014/main" id="{FADF1DAB-FB89-490F-A5C3-0AB578F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0">
            <a:extLst xmlns:a="http://schemas.openxmlformats.org/drawingml/2006/main">
              <a:ext uri="{FF2B5EF4-FFF2-40B4-BE49-F238E27FC236}">
                <a16:creationId xmlns:a16="http://schemas.microsoft.com/office/drawing/2014/main" id="{2B5A63A1-8083-4677-8E33-CF5B09FD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50" y="9984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0">
            <a:extLst xmlns:a="http://schemas.openxmlformats.org/drawingml/2006/main">
              <a:ext uri="{FF2B5EF4-FFF2-40B4-BE49-F238E27FC236}">
                <a16:creationId xmlns:a16="http://schemas.microsoft.com/office/drawing/2014/main" id="{F4D65FD6-D0C8-4087-8907-96056185B655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21" name="Google Shape;321;p40">
            <a:extLst xmlns:a="http://schemas.openxmlformats.org/drawingml/2006/main">
              <a:ext uri="{FF2B5EF4-FFF2-40B4-BE49-F238E27FC236}">
                <a16:creationId xmlns:a16="http://schemas.microsoft.com/office/drawing/2014/main" id="{57BE592A-361C-4587-ACD5-CABCC7159F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matchingName="Numbers and Text 4">
  <p:cSld name="CUSTOM_4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Google Shape;323;p41">
            <a:extLst xmlns:a="http://schemas.openxmlformats.org/drawingml/2006/main">
              <a:ext uri="{FF2B5EF4-FFF2-40B4-BE49-F238E27FC236}">
                <a16:creationId xmlns:a16="http://schemas.microsoft.com/office/drawing/2014/main" id="{5C4B3385-22F3-45FE-A192-58F4379B6C3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800" y="1638038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24" name="Google Shape;324;p41">
            <a:extLst xmlns:a="http://schemas.openxmlformats.org/drawingml/2006/main">
              <a:ext uri="{FF2B5EF4-FFF2-40B4-BE49-F238E27FC236}">
                <a16:creationId xmlns:a16="http://schemas.microsoft.com/office/drawing/2014/main" id="{D181E85F-8450-49A7-AFE3-975E2F7777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698050" y="1609200"/>
            <a:ext cx="1625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5" name="Google Shape;325;p41">
            <a:extLst xmlns:a="http://schemas.openxmlformats.org/drawingml/2006/main">
              <a:ext uri="{FF2B5EF4-FFF2-40B4-BE49-F238E27FC236}">
                <a16:creationId xmlns:a16="http://schemas.microsoft.com/office/drawing/2014/main" id="{5B6062D0-1244-4862-B974-0072ABCB2C0D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1206799" y="3397300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26" name="Google Shape;326;p41">
            <a:extLst xmlns:a="http://schemas.openxmlformats.org/drawingml/2006/main">
              <a:ext uri="{FF2B5EF4-FFF2-40B4-BE49-F238E27FC236}">
                <a16:creationId xmlns:a16="http://schemas.microsoft.com/office/drawing/2014/main" id="{0114D1F3-1F3E-4096-B62E-96CE41139B8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710925" y="3385700"/>
            <a:ext cx="1625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7" name="Google Shape;327;p41">
            <a:extLst xmlns:a="http://schemas.openxmlformats.org/drawingml/2006/main">
              <a:ext uri="{FF2B5EF4-FFF2-40B4-BE49-F238E27FC236}">
                <a16:creationId xmlns:a16="http://schemas.microsoft.com/office/drawing/2014/main" id="{B7AA85AB-16D0-47FD-BFC4-16749E12FE5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2703596" y="1961357"/>
            <a:ext cx="15990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8" name="Google Shape;328;p41">
            <a:extLst xmlns:a="http://schemas.openxmlformats.org/drawingml/2006/main">
              <a:ext uri="{FF2B5EF4-FFF2-40B4-BE49-F238E27FC236}">
                <a16:creationId xmlns:a16="http://schemas.microsoft.com/office/drawing/2014/main" id="{FA72562A-7B5D-49A5-AB1E-1148D29A17C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710925" y="3744275"/>
            <a:ext cx="16257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9" name="Google Shape;329;p41">
            <a:extLst xmlns:a="http://schemas.openxmlformats.org/drawingml/2006/main">
              <a:ext uri="{FF2B5EF4-FFF2-40B4-BE49-F238E27FC236}">
                <a16:creationId xmlns:a16="http://schemas.microsoft.com/office/drawing/2014/main" id="{9A5A9856-C18E-4F14-A10D-6CC725CE60F9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30" name="Google Shape;330;p41">
            <a:extLst xmlns:a="http://schemas.openxmlformats.org/drawingml/2006/main">
              <a:ext uri="{FF2B5EF4-FFF2-40B4-BE49-F238E27FC236}">
                <a16:creationId xmlns:a16="http://schemas.microsoft.com/office/drawing/2014/main" id="{99DE95DE-CABC-4D21-A016-068304A70176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869000" y="1633013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31" name="Google Shape;331;p41">
            <a:extLst xmlns:a="http://schemas.openxmlformats.org/drawingml/2006/main">
              <a:ext uri="{FF2B5EF4-FFF2-40B4-BE49-F238E27FC236}">
                <a16:creationId xmlns:a16="http://schemas.microsoft.com/office/drawing/2014/main" id="{79714324-86FD-42E7-8DBB-79E061AEB6E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 flipH="1">
            <a:off x="6411925" y="1609450"/>
            <a:ext cx="16080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2" name="Google Shape;332;p41">
            <a:extLst xmlns:a="http://schemas.openxmlformats.org/drawingml/2006/main">
              <a:ext uri="{FF2B5EF4-FFF2-40B4-BE49-F238E27FC236}">
                <a16:creationId xmlns:a16="http://schemas.microsoft.com/office/drawing/2014/main" id="{6F6FE6DA-5AEC-4919-A769-81FCB4B10A8C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 flipH="1">
            <a:off x="6394291" y="1963250"/>
            <a:ext cx="16080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3" name="Google Shape;333;p41">
            <a:extLst xmlns:a="http://schemas.openxmlformats.org/drawingml/2006/main">
              <a:ext uri="{FF2B5EF4-FFF2-40B4-BE49-F238E27FC236}">
                <a16:creationId xmlns:a16="http://schemas.microsoft.com/office/drawing/2014/main" id="{F4BA11D2-9063-40F0-9676-91FFBE86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480" y="0"/>
            <a:ext cx="955500" cy="955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1">
            <a:extLst xmlns:a="http://schemas.openxmlformats.org/drawingml/2006/main">
              <a:ext uri="{FF2B5EF4-FFF2-40B4-BE49-F238E27FC236}">
                <a16:creationId xmlns:a16="http://schemas.microsoft.com/office/drawing/2014/main" id="{000C7733-9F60-4547-B7DC-BD22F9CD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2528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1">
            <a:extLst xmlns:a="http://schemas.openxmlformats.org/drawingml/2006/main">
              <a:ext uri="{FF2B5EF4-FFF2-40B4-BE49-F238E27FC236}">
                <a16:creationId xmlns:a16="http://schemas.microsoft.com/office/drawing/2014/main" id="{739108DF-4A98-478F-8F17-852754935110}"/>
              </a:ext>
            </a:extLst>
          </p:cNvPr>
          <p:cNvSpPr>
            <a:spLocks xmlns:a="http://schemas.openxmlformats.org/drawingml/2006/main" noGrp="1"/>
          </p:cNvSpPr>
          <p:nvPr>
            <p:ph type="title" idx="13" hasCustomPrompt="1"/>
          </p:nvPr>
        </p:nvSpPr>
        <p:spPr>
          <a:xfrm xmlns:a="http://schemas.openxmlformats.org/drawingml/2006/main">
            <a:off x="4869000" y="3397300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36" name="Google Shape;336;p41">
            <a:extLst xmlns:a="http://schemas.openxmlformats.org/drawingml/2006/main">
              <a:ext uri="{FF2B5EF4-FFF2-40B4-BE49-F238E27FC236}">
                <a16:creationId xmlns:a16="http://schemas.microsoft.com/office/drawing/2014/main" id="{5AD72455-A4EA-4761-86E4-E9A4C8B1B03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 flipH="1">
            <a:off x="6383773" y="3393175"/>
            <a:ext cx="16179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7" name="Google Shape;337;p41">
            <a:extLst xmlns:a="http://schemas.openxmlformats.org/drawingml/2006/main">
              <a:ext uri="{FF2B5EF4-FFF2-40B4-BE49-F238E27FC236}">
                <a16:creationId xmlns:a16="http://schemas.microsoft.com/office/drawing/2014/main" id="{F1794FDF-CC74-434A-8485-DE7BE941C53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 flipH="1">
            <a:off x="6391625" y="3734580"/>
            <a:ext cx="16179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8" name="Google Shape;338;p41">
            <a:extLst xmlns:a="http://schemas.openxmlformats.org/drawingml/2006/main">
              <a:ext uri="{FF2B5EF4-FFF2-40B4-BE49-F238E27FC236}">
                <a16:creationId xmlns:a16="http://schemas.microsoft.com/office/drawing/2014/main" id="{F90C8A93-5383-4DEA-A868-82F9EF7E78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matchingName="Title and Three Columns 3">
  <p:cSld name="CUSTOM_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0" name="Google Shape;340;p42">
            <a:extLst xmlns:a="http://schemas.openxmlformats.org/drawingml/2006/main">
              <a:ext uri="{FF2B5EF4-FFF2-40B4-BE49-F238E27FC236}">
                <a16:creationId xmlns:a16="http://schemas.microsoft.com/office/drawing/2014/main" id="{DB2015FA-02B5-401D-9A4A-9F05176544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8750" y="2284840"/>
            <a:ext cx="15780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341" name="Google Shape;341;p42">
            <a:extLst xmlns:a="http://schemas.openxmlformats.org/drawingml/2006/main">
              <a:ext uri="{FF2B5EF4-FFF2-40B4-BE49-F238E27FC236}">
                <a16:creationId xmlns:a16="http://schemas.microsoft.com/office/drawing/2014/main" id="{AFFAF970-D7AC-433D-A396-DBB642680DD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743100" y="2201140"/>
            <a:ext cx="1657800" cy="3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342" name="Google Shape;342;p42">
            <a:extLst xmlns:a="http://schemas.openxmlformats.org/drawingml/2006/main">
              <a:ext uri="{FF2B5EF4-FFF2-40B4-BE49-F238E27FC236}">
                <a16:creationId xmlns:a16="http://schemas.microsoft.com/office/drawing/2014/main" id="{F1120EAA-44B8-4A95-AEFB-255739E3978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547400" y="2284840"/>
            <a:ext cx="1657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343" name="Google Shape;343;p42">
            <a:extLst xmlns:a="http://schemas.openxmlformats.org/drawingml/2006/main">
              <a:ext uri="{FF2B5EF4-FFF2-40B4-BE49-F238E27FC236}">
                <a16:creationId xmlns:a16="http://schemas.microsoft.com/office/drawing/2014/main" id="{3A825DBA-CF7A-46F0-9AFD-8954B9DBBB0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96100" y="2461475"/>
            <a:ext cx="17433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4" name="Google Shape;344;p42">
            <a:extLst xmlns:a="http://schemas.openxmlformats.org/drawingml/2006/main">
              <a:ext uri="{FF2B5EF4-FFF2-40B4-BE49-F238E27FC236}">
                <a16:creationId xmlns:a16="http://schemas.microsoft.com/office/drawing/2014/main" id="{63F31B4A-FFBB-4D99-8C6B-3433B15D801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700350" y="2461475"/>
            <a:ext cx="17433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5" name="Google Shape;345;p42">
            <a:extLst xmlns:a="http://schemas.openxmlformats.org/drawingml/2006/main">
              <a:ext uri="{FF2B5EF4-FFF2-40B4-BE49-F238E27FC236}">
                <a16:creationId xmlns:a16="http://schemas.microsoft.com/office/drawing/2014/main" id="{EC095EFA-C935-4CC6-B3AF-33561A6C065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504650" y="2461475"/>
            <a:ext cx="17433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6" name="Google Shape;346;p42">
            <a:extLst xmlns:a="http://schemas.openxmlformats.org/drawingml/2006/main">
              <a:ext uri="{FF2B5EF4-FFF2-40B4-BE49-F238E27FC236}">
                <a16:creationId xmlns:a16="http://schemas.microsoft.com/office/drawing/2014/main" id="{7F8F1800-604E-4058-8BCC-5FA27428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284275" y="719125"/>
            <a:ext cx="692400" cy="69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2">
            <a:extLst xmlns:a="http://schemas.openxmlformats.org/drawingml/2006/main">
              <a:ext uri="{FF2B5EF4-FFF2-40B4-BE49-F238E27FC236}">
                <a16:creationId xmlns:a16="http://schemas.microsoft.com/office/drawing/2014/main" id="{2CD45D46-9222-4F6D-B695-F1517528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885400" y="4066125"/>
            <a:ext cx="692400" cy="69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2">
            <a:extLst xmlns:a="http://schemas.openxmlformats.org/drawingml/2006/main">
              <a:ext uri="{FF2B5EF4-FFF2-40B4-BE49-F238E27FC236}">
                <a16:creationId xmlns:a16="http://schemas.microsoft.com/office/drawing/2014/main" id="{8196933C-1A6D-4A8A-AC90-B3842BB42B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49" name="Google Shape;349;p42">
            <a:extLst xmlns:a="http://schemas.openxmlformats.org/drawingml/2006/main">
              <a:ext uri="{FF2B5EF4-FFF2-40B4-BE49-F238E27FC236}">
                <a16:creationId xmlns:a16="http://schemas.microsoft.com/office/drawing/2014/main" id="{76EEBBEA-E5DA-4D95-B7E5-FE76D01447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2.xml><?xml version="1.0" encoding="utf-8"?>
<p:sldLayout xmlns:p="http://schemas.openxmlformats.org/presentationml/2006/main" matchingName="Title and Six Columns 1">
  <p:cSld name="CUSTOM_1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Google Shape;351;p43">
            <a:extLst xmlns:a="http://schemas.openxmlformats.org/drawingml/2006/main">
              <a:ext uri="{FF2B5EF4-FFF2-40B4-BE49-F238E27FC236}">
                <a16:creationId xmlns:a16="http://schemas.microsoft.com/office/drawing/2014/main" id="{FE0562AA-D537-427E-95AF-49AFBF15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901525" y="3692400"/>
            <a:ext cx="955500" cy="955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>
            <a:extLst xmlns:a="http://schemas.openxmlformats.org/drawingml/2006/main">
              <a:ext uri="{FF2B5EF4-FFF2-40B4-BE49-F238E27FC236}">
                <a16:creationId xmlns:a16="http://schemas.microsoft.com/office/drawing/2014/main" id="{4A5A7206-EDF0-47EA-A00A-A0176EE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86150" y="72275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>
            <a:extLst xmlns:a="http://schemas.openxmlformats.org/drawingml/2006/main">
              <a:ext uri="{FF2B5EF4-FFF2-40B4-BE49-F238E27FC236}">
                <a16:creationId xmlns:a16="http://schemas.microsoft.com/office/drawing/2014/main" id="{6965EF89-A932-448C-9AA2-B81E2A72D2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4" name="Google Shape;354;p43">
            <a:extLst xmlns:a="http://schemas.openxmlformats.org/drawingml/2006/main">
              <a:ext uri="{FF2B5EF4-FFF2-40B4-BE49-F238E27FC236}">
                <a16:creationId xmlns:a16="http://schemas.microsoft.com/office/drawing/2014/main" id="{A571215E-CFB7-4997-ADC9-FE66EC883EB5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148350" y="155837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5" name="Google Shape;355;p43">
            <a:extLst xmlns:a="http://schemas.openxmlformats.org/drawingml/2006/main">
              <a:ext uri="{FF2B5EF4-FFF2-40B4-BE49-F238E27FC236}">
                <a16:creationId xmlns:a16="http://schemas.microsoft.com/office/drawing/2014/main" id="{B69EFD9E-A91B-4ACE-9E6A-7F1A544854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8400" y="1908605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56" name="Google Shape;356;p43">
            <a:extLst xmlns:a="http://schemas.openxmlformats.org/drawingml/2006/main">
              <a:ext uri="{FF2B5EF4-FFF2-40B4-BE49-F238E27FC236}">
                <a16:creationId xmlns:a16="http://schemas.microsoft.com/office/drawing/2014/main" id="{D1D07AC0-3C70-4DF3-80C5-C0E9EC784C17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3720650" y="1558375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7" name="Google Shape;357;p43">
            <a:extLst xmlns:a="http://schemas.openxmlformats.org/drawingml/2006/main">
              <a:ext uri="{FF2B5EF4-FFF2-40B4-BE49-F238E27FC236}">
                <a16:creationId xmlns:a16="http://schemas.microsoft.com/office/drawing/2014/main" id="{CE3A4508-0527-4F33-92CC-E751E2250D4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720649" y="1908605"/>
            <a:ext cx="1702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58" name="Google Shape;358;p43">
            <a:extLst xmlns:a="http://schemas.openxmlformats.org/drawingml/2006/main">
              <a:ext uri="{FF2B5EF4-FFF2-40B4-BE49-F238E27FC236}">
                <a16:creationId xmlns:a16="http://schemas.microsoft.com/office/drawing/2014/main" id="{07B3F139-74B1-41F1-BB52-F2BF18719023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6432350" y="155837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9" name="Google Shape;359;p43">
            <a:extLst xmlns:a="http://schemas.openxmlformats.org/drawingml/2006/main">
              <a:ext uri="{FF2B5EF4-FFF2-40B4-BE49-F238E27FC236}">
                <a16:creationId xmlns:a16="http://schemas.microsoft.com/office/drawing/2014/main" id="{1A92625C-C21B-4075-B2E7-C1E4A2B1AD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432351" y="1908605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0" name="Google Shape;360;p43">
            <a:extLst xmlns:a="http://schemas.openxmlformats.org/drawingml/2006/main">
              <a:ext uri="{FF2B5EF4-FFF2-40B4-BE49-F238E27FC236}">
                <a16:creationId xmlns:a16="http://schemas.microsoft.com/office/drawing/2014/main" id="{F5822495-0A1D-4AB6-9C71-776CEF6F3A34}"/>
              </a:ext>
            </a:extLst>
          </p:cNvPr>
          <p:cNvSpPr>
            <a:spLocks xmlns:a="http://schemas.openxmlformats.org/drawingml/2006/main" noGrp="1"/>
          </p:cNvSpPr>
          <p:nvPr>
            <p:ph type="ctrTitle" idx="7"/>
          </p:nvPr>
        </p:nvSpPr>
        <p:spPr>
          <a:xfrm xmlns:a="http://schemas.openxmlformats.org/drawingml/2006/main">
            <a:off x="1148400" y="321885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61" name="Google Shape;361;p43">
            <a:extLst xmlns:a="http://schemas.openxmlformats.org/drawingml/2006/main">
              <a:ext uri="{FF2B5EF4-FFF2-40B4-BE49-F238E27FC236}">
                <a16:creationId xmlns:a16="http://schemas.microsoft.com/office/drawing/2014/main" id="{5C6ADD5C-7C2B-40AC-BB51-BE1F6701A2C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148400" y="3578951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2" name="Google Shape;362;p43">
            <a:extLst xmlns:a="http://schemas.openxmlformats.org/drawingml/2006/main">
              <a:ext uri="{FF2B5EF4-FFF2-40B4-BE49-F238E27FC236}">
                <a16:creationId xmlns:a16="http://schemas.microsoft.com/office/drawing/2014/main" id="{C256DC71-5B8C-4263-B471-EAEE36D13FB5}"/>
              </a:ext>
            </a:extLst>
          </p:cNvPr>
          <p:cNvSpPr>
            <a:spLocks xmlns:a="http://schemas.openxmlformats.org/drawingml/2006/main" noGrp="1"/>
          </p:cNvSpPr>
          <p:nvPr>
            <p:ph type="ctrTitle" idx="9"/>
          </p:nvPr>
        </p:nvSpPr>
        <p:spPr>
          <a:xfrm xmlns:a="http://schemas.openxmlformats.org/drawingml/2006/main">
            <a:off x="3790375" y="321885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63" name="Google Shape;363;p43">
            <a:extLst xmlns:a="http://schemas.openxmlformats.org/drawingml/2006/main">
              <a:ext uri="{FF2B5EF4-FFF2-40B4-BE49-F238E27FC236}">
                <a16:creationId xmlns:a16="http://schemas.microsoft.com/office/drawing/2014/main" id="{327A187F-D183-4EFE-B9D8-7F8E70EE636B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790381" y="3578951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4" name="Google Shape;364;p43">
            <a:extLst xmlns:a="http://schemas.openxmlformats.org/drawingml/2006/main">
              <a:ext uri="{FF2B5EF4-FFF2-40B4-BE49-F238E27FC236}">
                <a16:creationId xmlns:a16="http://schemas.microsoft.com/office/drawing/2014/main" id="{8B1A7D3A-0A4B-4B29-B5D1-FB06F07A496D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>
          <a:xfrm xmlns:a="http://schemas.openxmlformats.org/drawingml/2006/main">
            <a:off x="6432350" y="321885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65" name="Google Shape;365;p43">
            <a:extLst xmlns:a="http://schemas.openxmlformats.org/drawingml/2006/main">
              <a:ext uri="{FF2B5EF4-FFF2-40B4-BE49-F238E27FC236}">
                <a16:creationId xmlns:a16="http://schemas.microsoft.com/office/drawing/2014/main" id="{D72A6DF1-B82F-4BF4-B761-6A6AE45A286C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432351" y="3578951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6" name="Google Shape;366;p43">
            <a:extLst xmlns:a="http://schemas.openxmlformats.org/drawingml/2006/main">
              <a:ext uri="{FF2B5EF4-FFF2-40B4-BE49-F238E27FC236}">
                <a16:creationId xmlns:a16="http://schemas.microsoft.com/office/drawing/2014/main" id="{BF2E250C-E5F3-4957-BB02-08DC7FB04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3.xml><?xml version="1.0" encoding="utf-8"?>
<p:sldLayout xmlns:p="http://schemas.openxmlformats.org/presentationml/2006/main" matchingName="Title and Four Columns 4">
  <p:cSld name="CUSTOM_4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" name="Google Shape;368;p44">
            <a:extLst xmlns:a="http://schemas.openxmlformats.org/drawingml/2006/main">
              <a:ext uri="{FF2B5EF4-FFF2-40B4-BE49-F238E27FC236}">
                <a16:creationId xmlns:a16="http://schemas.microsoft.com/office/drawing/2014/main" id="{918491F4-CED4-4A07-B9ED-330F178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" y="-8448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4">
            <a:extLst xmlns:a="http://schemas.openxmlformats.org/drawingml/2006/main">
              <a:ext uri="{FF2B5EF4-FFF2-40B4-BE49-F238E27FC236}">
                <a16:creationId xmlns:a16="http://schemas.microsoft.com/office/drawing/2014/main" id="{76823275-F714-4132-BE6D-E39CF78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5" y="47682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4">
            <a:extLst xmlns:a="http://schemas.openxmlformats.org/drawingml/2006/main">
              <a:ext uri="{FF2B5EF4-FFF2-40B4-BE49-F238E27FC236}">
                <a16:creationId xmlns:a16="http://schemas.microsoft.com/office/drawing/2014/main" id="{6FDEE372-A0B3-4D5A-B227-CA1E18FF42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48222" y="1578804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1" name="Google Shape;371;p44">
            <a:extLst xmlns:a="http://schemas.openxmlformats.org/drawingml/2006/main">
              <a:ext uri="{FF2B5EF4-FFF2-40B4-BE49-F238E27FC236}">
                <a16:creationId xmlns:a16="http://schemas.microsoft.com/office/drawing/2014/main" id="{BABDA849-E878-4DDB-9DB7-8F8B80B229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48272" y="1925698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2" name="Google Shape;372;p44">
            <a:extLst xmlns:a="http://schemas.openxmlformats.org/drawingml/2006/main">
              <a:ext uri="{FF2B5EF4-FFF2-40B4-BE49-F238E27FC236}">
                <a16:creationId xmlns:a16="http://schemas.microsoft.com/office/drawing/2014/main" id="{842756A8-4D12-49D9-B90B-7C1B88E94075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5124776" y="157987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3" name="Google Shape;373;p44">
            <a:extLst xmlns:a="http://schemas.openxmlformats.org/drawingml/2006/main">
              <a:ext uri="{FF2B5EF4-FFF2-40B4-BE49-F238E27FC236}">
                <a16:creationId xmlns:a16="http://schemas.microsoft.com/office/drawing/2014/main" id="{21F3334D-3B75-4C44-8666-996134516A2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124789" y="1926764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4" name="Google Shape;374;p44">
            <a:extLst xmlns:a="http://schemas.openxmlformats.org/drawingml/2006/main">
              <a:ext uri="{FF2B5EF4-FFF2-40B4-BE49-F238E27FC236}">
                <a16:creationId xmlns:a16="http://schemas.microsoft.com/office/drawing/2014/main" id="{2A089B61-8321-4AEE-9609-890F3D8E83F2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2457344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5" name="Google Shape;375;p44">
            <a:extLst xmlns:a="http://schemas.openxmlformats.org/drawingml/2006/main">
              <a:ext uri="{FF2B5EF4-FFF2-40B4-BE49-F238E27FC236}">
                <a16:creationId xmlns:a16="http://schemas.microsoft.com/office/drawing/2014/main" id="{668400CF-615C-4C35-90FC-508C365103F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457344" y="3477607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6" name="Google Shape;376;p44">
            <a:extLst xmlns:a="http://schemas.openxmlformats.org/drawingml/2006/main">
              <a:ext uri="{FF2B5EF4-FFF2-40B4-BE49-F238E27FC236}">
                <a16:creationId xmlns:a16="http://schemas.microsoft.com/office/drawing/2014/main" id="{E9EDBF08-8A29-4210-BBD2-610B16798F8D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5124783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7" name="Google Shape;377;p44">
            <a:extLst xmlns:a="http://schemas.openxmlformats.org/drawingml/2006/main">
              <a:ext uri="{FF2B5EF4-FFF2-40B4-BE49-F238E27FC236}">
                <a16:creationId xmlns:a16="http://schemas.microsoft.com/office/drawing/2014/main" id="{78824561-DDD5-443B-87E1-A861209D08B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5124789" y="3477607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8" name="Google Shape;378;p44">
            <a:extLst xmlns:a="http://schemas.openxmlformats.org/drawingml/2006/main">
              <a:ext uri="{FF2B5EF4-FFF2-40B4-BE49-F238E27FC236}">
                <a16:creationId xmlns:a16="http://schemas.microsoft.com/office/drawing/2014/main" id="{010B6181-1F2E-4800-B23A-ED1F809730A2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9" name="Google Shape;379;p44">
            <a:extLst xmlns:a="http://schemas.openxmlformats.org/drawingml/2006/main">
              <a:ext uri="{FF2B5EF4-FFF2-40B4-BE49-F238E27FC236}">
                <a16:creationId xmlns:a16="http://schemas.microsoft.com/office/drawing/2014/main" id="{A5869608-1D4A-45F9-842F-641F6F311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matchingName="Title and Four Columns 5">
  <p:cSld name="CUSTOM_2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Google Shape;381;p45">
            <a:extLst xmlns:a="http://schemas.openxmlformats.org/drawingml/2006/main">
              <a:ext uri="{FF2B5EF4-FFF2-40B4-BE49-F238E27FC236}">
                <a16:creationId xmlns:a16="http://schemas.microsoft.com/office/drawing/2014/main" id="{2AA627BE-2256-4CEB-AF74-00706F32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600" y="-10246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5">
            <a:extLst xmlns:a="http://schemas.openxmlformats.org/drawingml/2006/main">
              <a:ext uri="{FF2B5EF4-FFF2-40B4-BE49-F238E27FC236}">
                <a16:creationId xmlns:a16="http://schemas.microsoft.com/office/drawing/2014/main" id="{05D78ED8-A126-40A5-AFBE-539FC9E5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975" y="49287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>
            <a:extLst xmlns:a="http://schemas.openxmlformats.org/drawingml/2006/main">
              <a:ext uri="{FF2B5EF4-FFF2-40B4-BE49-F238E27FC236}">
                <a16:creationId xmlns:a16="http://schemas.microsoft.com/office/drawing/2014/main" id="{35B5CE2C-485A-4D33-BC19-E0CE858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901525" y="3692400"/>
            <a:ext cx="955500" cy="955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">
            <a:extLst xmlns:a="http://schemas.openxmlformats.org/drawingml/2006/main">
              <a:ext uri="{FF2B5EF4-FFF2-40B4-BE49-F238E27FC236}">
                <a16:creationId xmlns:a16="http://schemas.microsoft.com/office/drawing/2014/main" id="{B2FBBC03-254D-4D5A-B1EE-941CA9FADC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85" name="Google Shape;385;p45">
            <a:extLst xmlns:a="http://schemas.openxmlformats.org/drawingml/2006/main">
              <a:ext uri="{FF2B5EF4-FFF2-40B4-BE49-F238E27FC236}">
                <a16:creationId xmlns:a16="http://schemas.microsoft.com/office/drawing/2014/main" id="{A509865D-B631-416A-AAFF-E87CE30135A5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061109" y="1716318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86" name="Google Shape;386;p45">
            <a:extLst xmlns:a="http://schemas.openxmlformats.org/drawingml/2006/main">
              <a:ext uri="{FF2B5EF4-FFF2-40B4-BE49-F238E27FC236}">
                <a16:creationId xmlns:a16="http://schemas.microsoft.com/office/drawing/2014/main" id="{F1D01989-7C36-499D-9253-84BF8E8456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61109" y="2066548"/>
            <a:ext cx="1702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87" name="Google Shape;387;p45">
            <a:extLst xmlns:a="http://schemas.openxmlformats.org/drawingml/2006/main">
              <a:ext uri="{FF2B5EF4-FFF2-40B4-BE49-F238E27FC236}">
                <a16:creationId xmlns:a16="http://schemas.microsoft.com/office/drawing/2014/main" id="{C574DABA-A608-42AF-ADBD-703E9E8B8992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6370325" y="1714400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88" name="Google Shape;388;p45">
            <a:extLst xmlns:a="http://schemas.openxmlformats.org/drawingml/2006/main">
              <a:ext uri="{FF2B5EF4-FFF2-40B4-BE49-F238E27FC236}">
                <a16:creationId xmlns:a16="http://schemas.microsoft.com/office/drawing/2014/main" id="{31CF06B6-07A8-4A3B-97B5-A6FA5CAD031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370327" y="2064630"/>
            <a:ext cx="1702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89" name="Google Shape;389;p45">
            <a:extLst xmlns:a="http://schemas.openxmlformats.org/drawingml/2006/main">
              <a:ext uri="{FF2B5EF4-FFF2-40B4-BE49-F238E27FC236}">
                <a16:creationId xmlns:a16="http://schemas.microsoft.com/office/drawing/2014/main" id="{0ECFB905-DA83-407C-AE7B-F1311ACF39AF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1061100" y="3332725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0" name="Google Shape;390;p45">
            <a:extLst xmlns:a="http://schemas.openxmlformats.org/drawingml/2006/main">
              <a:ext uri="{FF2B5EF4-FFF2-40B4-BE49-F238E27FC236}">
                <a16:creationId xmlns:a16="http://schemas.microsoft.com/office/drawing/2014/main" id="{ECBDB944-A7E3-4B9B-82F5-60A4798E2092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061106" y="3673565"/>
            <a:ext cx="17028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91" name="Google Shape;391;p45">
            <a:extLst xmlns:a="http://schemas.openxmlformats.org/drawingml/2006/main">
              <a:ext uri="{FF2B5EF4-FFF2-40B4-BE49-F238E27FC236}">
                <a16:creationId xmlns:a16="http://schemas.microsoft.com/office/drawing/2014/main" id="{3DB0D96C-99E7-4BEC-BEAC-9B18D4B84DFF}"/>
              </a:ext>
            </a:extLst>
          </p:cNvPr>
          <p:cNvSpPr>
            <a:spLocks xmlns:a="http://schemas.openxmlformats.org/drawingml/2006/main" noGrp="1"/>
          </p:cNvSpPr>
          <p:nvPr>
            <p:ph type="ctrTitle" idx="7"/>
          </p:nvPr>
        </p:nvSpPr>
        <p:spPr>
          <a:xfrm xmlns:a="http://schemas.openxmlformats.org/drawingml/2006/main">
            <a:off x="6372946" y="3332725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2" name="Google Shape;392;p45">
            <a:extLst xmlns:a="http://schemas.openxmlformats.org/drawingml/2006/main">
              <a:ext uri="{FF2B5EF4-FFF2-40B4-BE49-F238E27FC236}">
                <a16:creationId xmlns:a16="http://schemas.microsoft.com/office/drawing/2014/main" id="{B24B0D33-A209-4FBE-A007-E98239D2752A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372948" y="3673565"/>
            <a:ext cx="17028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93" name="Google Shape;393;p45">
            <a:extLst xmlns:a="http://schemas.openxmlformats.org/drawingml/2006/main">
              <a:ext uri="{FF2B5EF4-FFF2-40B4-BE49-F238E27FC236}">
                <a16:creationId xmlns:a16="http://schemas.microsoft.com/office/drawing/2014/main" id="{A81294E9-9E96-4946-BA2B-208B1DFB4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matchingName="Title and Two Columns 5">
  <p:cSld name="CUSTOM_6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Google Shape;395;p46">
            <a:extLst xmlns:a="http://schemas.openxmlformats.org/drawingml/2006/main">
              <a:ext uri="{FF2B5EF4-FFF2-40B4-BE49-F238E27FC236}">
                <a16:creationId xmlns:a16="http://schemas.microsoft.com/office/drawing/2014/main" id="{BD594220-B37E-48BE-A063-046D52428B8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6" name="Google Shape;396;p46">
            <a:extLst xmlns:a="http://schemas.openxmlformats.org/drawingml/2006/main">
              <a:ext uri="{FF2B5EF4-FFF2-40B4-BE49-F238E27FC236}">
                <a16:creationId xmlns:a16="http://schemas.microsoft.com/office/drawing/2014/main" id="{15B87530-E53E-49F1-A4EA-D9E291019484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501664" y="2226750"/>
            <a:ext cx="17076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7" name="Google Shape;397;p46">
            <a:extLst xmlns:a="http://schemas.openxmlformats.org/drawingml/2006/main">
              <a:ext uri="{FF2B5EF4-FFF2-40B4-BE49-F238E27FC236}">
                <a16:creationId xmlns:a16="http://schemas.microsoft.com/office/drawing/2014/main" id="{79CAA301-0334-46C4-B93D-CD1AD35867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1664" y="2576977"/>
            <a:ext cx="17076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98" name="Google Shape;398;p46">
            <a:extLst xmlns:a="http://schemas.openxmlformats.org/drawingml/2006/main">
              <a:ext uri="{FF2B5EF4-FFF2-40B4-BE49-F238E27FC236}">
                <a16:creationId xmlns:a16="http://schemas.microsoft.com/office/drawing/2014/main" id="{0C5EB31F-DDA4-48FF-A3C5-E724BA8D8B48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4750883" y="2226750"/>
            <a:ext cx="17076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9" name="Google Shape;399;p46">
            <a:extLst xmlns:a="http://schemas.openxmlformats.org/drawingml/2006/main">
              <a:ext uri="{FF2B5EF4-FFF2-40B4-BE49-F238E27FC236}">
                <a16:creationId xmlns:a16="http://schemas.microsoft.com/office/drawing/2014/main" id="{012ADCB1-6D48-44A2-B0D8-4350B812BCC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750778" y="2576975"/>
            <a:ext cx="17076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00" name="Google Shape;400;p46">
            <a:extLst xmlns:a="http://schemas.openxmlformats.org/drawingml/2006/main">
              <a:ext uri="{FF2B5EF4-FFF2-40B4-BE49-F238E27FC236}">
                <a16:creationId xmlns:a16="http://schemas.microsoft.com/office/drawing/2014/main" id="{7EE2A837-7D01-4043-B058-A82B399E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81925" y="26853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6">
            <a:extLst xmlns:a="http://schemas.openxmlformats.org/drawingml/2006/main">
              <a:ext uri="{FF2B5EF4-FFF2-40B4-BE49-F238E27FC236}">
                <a16:creationId xmlns:a16="http://schemas.microsoft.com/office/drawing/2014/main" id="{8BC81CFF-51C8-4544-9E14-457CE71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700" y="-811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6">
            <a:extLst xmlns:a="http://schemas.openxmlformats.org/drawingml/2006/main">
              <a:ext uri="{FF2B5EF4-FFF2-40B4-BE49-F238E27FC236}">
                <a16:creationId xmlns:a16="http://schemas.microsoft.com/office/drawing/2014/main" id="{C493C855-1C2E-482C-BF5A-923006549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matchingName="Title and Three Columns 4">
  <p:cSld name="CUSTOM_4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4" name="Google Shape;404;p47">
            <a:extLst xmlns:a="http://schemas.openxmlformats.org/drawingml/2006/main">
              <a:ext uri="{FF2B5EF4-FFF2-40B4-BE49-F238E27FC236}">
                <a16:creationId xmlns:a16="http://schemas.microsoft.com/office/drawing/2014/main" id="{F82E261A-22F6-4F3B-8968-60FCE6A507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5" name="Google Shape;405;p47">
            <a:extLst xmlns:a="http://schemas.openxmlformats.org/drawingml/2006/main">
              <a:ext uri="{FF2B5EF4-FFF2-40B4-BE49-F238E27FC236}">
                <a16:creationId xmlns:a16="http://schemas.microsoft.com/office/drawing/2014/main" id="{13E1D018-D748-44C1-A68B-5879034AD75C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986126" y="3718875"/>
            <a:ext cx="1682100" cy="44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6" name="Google Shape;406;p47">
            <a:extLst xmlns:a="http://schemas.openxmlformats.org/drawingml/2006/main">
              <a:ext uri="{FF2B5EF4-FFF2-40B4-BE49-F238E27FC236}">
                <a16:creationId xmlns:a16="http://schemas.microsoft.com/office/drawing/2014/main" id="{BD4135ED-B4FA-473E-A901-89B085011A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86000" y="4070400"/>
            <a:ext cx="16821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07" name="Google Shape;407;p47">
            <a:extLst xmlns:a="http://schemas.openxmlformats.org/drawingml/2006/main">
              <a:ext uri="{FF2B5EF4-FFF2-40B4-BE49-F238E27FC236}">
                <a16:creationId xmlns:a16="http://schemas.microsoft.com/office/drawing/2014/main" id="{F038B79B-1795-4FCD-B6D3-BC6D6AEBE87A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1985997" y="2580911"/>
            <a:ext cx="1682100" cy="44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8" name="Google Shape;408;p47">
            <a:extLst xmlns:a="http://schemas.openxmlformats.org/drawingml/2006/main">
              <a:ext uri="{FF2B5EF4-FFF2-40B4-BE49-F238E27FC236}">
                <a16:creationId xmlns:a16="http://schemas.microsoft.com/office/drawing/2014/main" id="{3129ABD9-6EA1-4054-B723-66E6D073DA0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986003" y="2922398"/>
            <a:ext cx="16821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09" name="Google Shape;409;p47">
            <a:extLst xmlns:a="http://schemas.openxmlformats.org/drawingml/2006/main">
              <a:ext uri="{FF2B5EF4-FFF2-40B4-BE49-F238E27FC236}">
                <a16:creationId xmlns:a16="http://schemas.microsoft.com/office/drawing/2014/main" id="{4E6D27FF-A5BB-4F06-847E-A969E5C5021B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1986000" y="1446589"/>
            <a:ext cx="1682100" cy="44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0" name="Google Shape;410;p47">
            <a:extLst xmlns:a="http://schemas.openxmlformats.org/drawingml/2006/main">
              <a:ext uri="{FF2B5EF4-FFF2-40B4-BE49-F238E27FC236}">
                <a16:creationId xmlns:a16="http://schemas.microsoft.com/office/drawing/2014/main" id="{C03DF4D4-2B3D-44E8-950B-CC4D1A0C1B64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986001" y="1798214"/>
            <a:ext cx="16821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11" name="Google Shape;411;p47">
            <a:extLst xmlns:a="http://schemas.openxmlformats.org/drawingml/2006/main">
              <a:ext uri="{FF2B5EF4-FFF2-40B4-BE49-F238E27FC236}">
                <a16:creationId xmlns:a16="http://schemas.microsoft.com/office/drawing/2014/main" id="{2E338706-3A60-455E-981F-A279E3C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0"/>
            <a:ext cx="950400" cy="950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7">
            <a:extLst xmlns:a="http://schemas.openxmlformats.org/drawingml/2006/main">
              <a:ext uri="{FF2B5EF4-FFF2-40B4-BE49-F238E27FC236}">
                <a16:creationId xmlns:a16="http://schemas.microsoft.com/office/drawing/2014/main" id="{9A305882-460F-42BC-8FAB-10EEADBCEB34}"/>
              </a:ext>
            </a:extLst>
          </p:cNvPr>
          <p:cNvSpPr>
            <a:spLocks xmlns:a="http://schemas.openxmlformats.org/drawingml/2006/main" noGrp="1"/>
          </p:cNvSpPr>
          <p:nvPr>
            <p:ph type="ctrTitle" idx="7"/>
          </p:nvPr>
        </p:nvSpPr>
        <p:spPr>
          <a:xfrm xmlns:a="http://schemas.openxmlformats.org/drawingml/2006/main">
            <a:off x="670400" y="3718875"/>
            <a:ext cx="1118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3" name="Google Shape;413;p47">
            <a:extLst xmlns:a="http://schemas.openxmlformats.org/drawingml/2006/main">
              <a:ext uri="{FF2B5EF4-FFF2-40B4-BE49-F238E27FC236}">
                <a16:creationId xmlns:a16="http://schemas.microsoft.com/office/drawing/2014/main" id="{BF4C24C4-0DC3-45ED-B7A5-A8F73F1D5071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695989" y="2580900"/>
            <a:ext cx="1118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4" name="Google Shape;414;p47">
            <a:extLst xmlns:a="http://schemas.openxmlformats.org/drawingml/2006/main">
              <a:ext uri="{FF2B5EF4-FFF2-40B4-BE49-F238E27FC236}">
                <a16:creationId xmlns:a16="http://schemas.microsoft.com/office/drawing/2014/main" id="{B4665991-430F-48A2-A5F8-51054DD8BA8F}"/>
              </a:ext>
            </a:extLst>
          </p:cNvPr>
          <p:cNvSpPr>
            <a:spLocks xmlns:a="http://schemas.openxmlformats.org/drawingml/2006/main" noGrp="1"/>
          </p:cNvSpPr>
          <p:nvPr>
            <p:ph type="ctrTitle" idx="9"/>
          </p:nvPr>
        </p:nvSpPr>
        <p:spPr>
          <a:xfrm xmlns:a="http://schemas.openxmlformats.org/drawingml/2006/main">
            <a:off x="695989" y="1442925"/>
            <a:ext cx="1118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5" name="Google Shape;415;p47">
            <a:extLst xmlns:a="http://schemas.openxmlformats.org/drawingml/2006/main">
              <a:ext uri="{FF2B5EF4-FFF2-40B4-BE49-F238E27FC236}">
                <a16:creationId xmlns:a16="http://schemas.microsoft.com/office/drawing/2014/main" id="{8B978C09-AEE7-457D-AA82-C49326B948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matchingName="Title and Three Columns 5">
  <p:cSld name="CUSTOM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7" name="Google Shape;417;p48">
            <a:extLst xmlns:a="http://schemas.openxmlformats.org/drawingml/2006/main">
              <a:ext uri="{FF2B5EF4-FFF2-40B4-BE49-F238E27FC236}">
                <a16:creationId xmlns:a16="http://schemas.microsoft.com/office/drawing/2014/main" id="{BCB31D8D-C2CA-4838-B48A-57E9FD6C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586425" y="271400"/>
            <a:ext cx="885300" cy="885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8">
            <a:extLst xmlns:a="http://schemas.openxmlformats.org/drawingml/2006/main">
              <a:ext uri="{FF2B5EF4-FFF2-40B4-BE49-F238E27FC236}">
                <a16:creationId xmlns:a16="http://schemas.microsoft.com/office/drawing/2014/main" id="{46330A43-0FD3-4175-8FE2-AB4072B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200" y="392057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8">
            <a:extLst xmlns:a="http://schemas.openxmlformats.org/drawingml/2006/main">
              <a:ext uri="{FF2B5EF4-FFF2-40B4-BE49-F238E27FC236}">
                <a16:creationId xmlns:a16="http://schemas.microsoft.com/office/drawing/2014/main" id="{7226D46A-41AA-42A9-9AA8-2E833C722A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99050" y="3862625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20" name="Google Shape;420;p48">
            <a:extLst xmlns:a="http://schemas.openxmlformats.org/drawingml/2006/main">
              <a:ext uri="{FF2B5EF4-FFF2-40B4-BE49-F238E27FC236}">
                <a16:creationId xmlns:a16="http://schemas.microsoft.com/office/drawing/2014/main" id="{AFDA970C-BCCD-4F8E-85F5-6128297C923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36550" y="3862625"/>
            <a:ext cx="2470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21" name="Google Shape;421;p48">
            <a:extLst xmlns:a="http://schemas.openxmlformats.org/drawingml/2006/main">
              <a:ext uri="{FF2B5EF4-FFF2-40B4-BE49-F238E27FC236}">
                <a16:creationId xmlns:a16="http://schemas.microsoft.com/office/drawing/2014/main" id="{6A6F9912-6D5B-4B0D-9636-E94BC8D409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99050" y="1247500"/>
            <a:ext cx="2440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22" name="Google Shape;422;p48">
            <a:extLst xmlns:a="http://schemas.openxmlformats.org/drawingml/2006/main">
              <a:ext uri="{FF2B5EF4-FFF2-40B4-BE49-F238E27FC236}">
                <a16:creationId xmlns:a16="http://schemas.microsoft.com/office/drawing/2014/main" id="{D025816C-ED72-429F-BD6C-767DB85F6A9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365525" y="1247500"/>
            <a:ext cx="24129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23" name="Google Shape;423;p48">
            <a:extLst xmlns:a="http://schemas.openxmlformats.org/drawingml/2006/main">
              <a:ext uri="{FF2B5EF4-FFF2-40B4-BE49-F238E27FC236}">
                <a16:creationId xmlns:a16="http://schemas.microsoft.com/office/drawing/2014/main" id="{82BA7E25-76A7-43D6-B89A-B48F53762D9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78125" y="3862625"/>
            <a:ext cx="2470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24" name="Google Shape;424;p48">
            <a:extLst xmlns:a="http://schemas.openxmlformats.org/drawingml/2006/main">
              <a:ext uri="{FF2B5EF4-FFF2-40B4-BE49-F238E27FC236}">
                <a16:creationId xmlns:a16="http://schemas.microsoft.com/office/drawing/2014/main" id="{B30BF0C6-ED1D-49EA-9686-2F61731BB305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07100" y="1247500"/>
            <a:ext cx="24129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25" name="Google Shape;425;p48">
            <a:extLst xmlns:a="http://schemas.openxmlformats.org/drawingml/2006/main">
              <a:ext uri="{FF2B5EF4-FFF2-40B4-BE49-F238E27FC236}">
                <a16:creationId xmlns:a16="http://schemas.microsoft.com/office/drawing/2014/main" id="{F5D9B4D9-FC3D-486D-B9F5-7877069531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26" name="Google Shape;426;p48">
            <a:extLst xmlns:a="http://schemas.openxmlformats.org/drawingml/2006/main">
              <a:ext uri="{FF2B5EF4-FFF2-40B4-BE49-F238E27FC236}">
                <a16:creationId xmlns:a16="http://schemas.microsoft.com/office/drawing/2014/main" id="{C2FC73E2-BD07-4930-A03D-78091B5596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matchingName="Title and Two Columns 6">
  <p:cSld name="CUSTOM_3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9">
            <a:extLst xmlns:a="http://schemas.openxmlformats.org/drawingml/2006/main">
              <a:ext uri="{FF2B5EF4-FFF2-40B4-BE49-F238E27FC236}">
                <a16:creationId xmlns:a16="http://schemas.microsoft.com/office/drawing/2014/main" id="{DD999258-BB96-4D98-8A25-40E63D29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639550" y="2252600"/>
            <a:ext cx="885300" cy="885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9">
            <a:extLst xmlns:a="http://schemas.openxmlformats.org/drawingml/2006/main">
              <a:ext uri="{FF2B5EF4-FFF2-40B4-BE49-F238E27FC236}">
                <a16:creationId xmlns:a16="http://schemas.microsoft.com/office/drawing/2014/main" id="{04118B59-A7FA-4F57-A2D7-7BE0CC0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9525" y="-95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9">
            <a:extLst xmlns:a="http://schemas.openxmlformats.org/drawingml/2006/main">
              <a:ext uri="{FF2B5EF4-FFF2-40B4-BE49-F238E27FC236}">
                <a16:creationId xmlns:a16="http://schemas.microsoft.com/office/drawing/2014/main" id="{1EBEE748-8F6D-4827-9DF8-0184F6325E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51676" y="1969738"/>
            <a:ext cx="2947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31" name="Google Shape;431;p49">
            <a:extLst xmlns:a="http://schemas.openxmlformats.org/drawingml/2006/main">
              <a:ext uri="{FF2B5EF4-FFF2-40B4-BE49-F238E27FC236}">
                <a16:creationId xmlns:a16="http://schemas.microsoft.com/office/drawing/2014/main" id="{74CC4EC9-A240-41D7-9A38-879E053D67C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751675" y="1564113"/>
            <a:ext cx="2947500" cy="52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32" name="Google Shape;432;p49">
            <a:extLst xmlns:a="http://schemas.openxmlformats.org/drawingml/2006/main">
              <a:ext uri="{FF2B5EF4-FFF2-40B4-BE49-F238E27FC236}">
                <a16:creationId xmlns:a16="http://schemas.microsoft.com/office/drawing/2014/main" id="{747677E5-6B8B-46B9-B013-3148CF7BDA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33" name="Google Shape;433;p49">
            <a:extLst xmlns:a="http://schemas.openxmlformats.org/drawingml/2006/main">
              <a:ext uri="{FF2B5EF4-FFF2-40B4-BE49-F238E27FC236}">
                <a16:creationId xmlns:a16="http://schemas.microsoft.com/office/drawing/2014/main" id="{687E03B6-B09E-48DB-9876-AD88B4AD565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424526" y="3868650"/>
            <a:ext cx="2947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34" name="Google Shape;434;p49">
            <a:extLst xmlns:a="http://schemas.openxmlformats.org/drawingml/2006/main">
              <a:ext uri="{FF2B5EF4-FFF2-40B4-BE49-F238E27FC236}">
                <a16:creationId xmlns:a16="http://schemas.microsoft.com/office/drawing/2014/main" id="{5278BE2A-20C1-44EB-8442-BFCDE481599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424525" y="3474374"/>
            <a:ext cx="2947500" cy="52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35" name="Google Shape;435;p49">
            <a:extLst xmlns:a="http://schemas.openxmlformats.org/drawingml/2006/main">
              <a:ext uri="{FF2B5EF4-FFF2-40B4-BE49-F238E27FC236}">
                <a16:creationId xmlns:a16="http://schemas.microsoft.com/office/drawing/2014/main" id="{732AB01F-8F28-42F8-A60A-542F68CC7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9.xml><?xml version="1.0" encoding="utf-8"?>
<p:sldLayout xmlns:p="http://schemas.openxmlformats.org/presentationml/2006/main" matchingName="Title and Three Columns 6">
  <p:cSld name="CUSTOM_1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7" name="Google Shape;437;p50">
            <a:extLst xmlns:a="http://schemas.openxmlformats.org/drawingml/2006/main">
              <a:ext uri="{FF2B5EF4-FFF2-40B4-BE49-F238E27FC236}">
                <a16:creationId xmlns:a16="http://schemas.microsoft.com/office/drawing/2014/main" id="{A28AD93A-CAF7-43FE-B79D-A4AE39E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50" y="9465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0">
            <a:extLst xmlns:a="http://schemas.openxmlformats.org/drawingml/2006/main">
              <a:ext uri="{FF2B5EF4-FFF2-40B4-BE49-F238E27FC236}">
                <a16:creationId xmlns:a16="http://schemas.microsoft.com/office/drawing/2014/main" id="{DBCDF9A3-BADE-44EC-8123-35820EE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00" y="34842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0">
            <a:extLst xmlns:a="http://schemas.openxmlformats.org/drawingml/2006/main">
              <a:ext uri="{FF2B5EF4-FFF2-40B4-BE49-F238E27FC236}">
                <a16:creationId xmlns:a16="http://schemas.microsoft.com/office/drawing/2014/main" id="{4ABB20BF-E95B-4DB9-BA97-4A539D7A30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94950" y="1423200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40" name="Google Shape;440;p50">
            <a:extLst xmlns:a="http://schemas.openxmlformats.org/drawingml/2006/main">
              <a:ext uri="{FF2B5EF4-FFF2-40B4-BE49-F238E27FC236}">
                <a16:creationId xmlns:a16="http://schemas.microsoft.com/office/drawing/2014/main" id="{7A970015-9A0C-4A54-BAF8-EA72FBAB6B8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594961" y="2427100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41" name="Google Shape;441;p50">
            <a:extLst xmlns:a="http://schemas.openxmlformats.org/drawingml/2006/main">
              <a:ext uri="{FF2B5EF4-FFF2-40B4-BE49-F238E27FC236}">
                <a16:creationId xmlns:a16="http://schemas.microsoft.com/office/drawing/2014/main" id="{A329431E-C51C-429A-8565-32BD1136CD6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594962" y="3475737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42" name="Google Shape;442;p50">
            <a:extLst xmlns:a="http://schemas.openxmlformats.org/drawingml/2006/main">
              <a:ext uri="{FF2B5EF4-FFF2-40B4-BE49-F238E27FC236}">
                <a16:creationId xmlns:a16="http://schemas.microsoft.com/office/drawing/2014/main" id="{E531F235-BA77-43F0-9927-FC37F43303F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138482" y="352750"/>
            <a:ext cx="23892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43" name="Google Shape;443;p50">
            <a:extLst xmlns:a="http://schemas.openxmlformats.org/drawingml/2006/main">
              <a:ext uri="{FF2B5EF4-FFF2-40B4-BE49-F238E27FC236}">
                <a16:creationId xmlns:a16="http://schemas.microsoft.com/office/drawing/2014/main" id="{707F6DBD-5969-4169-A2CD-B7E215AEAD3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594949" y="1603725"/>
            <a:ext cx="24405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44" name="Google Shape;444;p50">
            <a:extLst xmlns:a="http://schemas.openxmlformats.org/drawingml/2006/main">
              <a:ext uri="{FF2B5EF4-FFF2-40B4-BE49-F238E27FC236}">
                <a16:creationId xmlns:a16="http://schemas.microsoft.com/office/drawing/2014/main" id="{DE3EDAF5-71AF-48BD-84E9-E44976FDBF99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594949" y="2612948"/>
            <a:ext cx="24405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45" name="Google Shape;445;p50">
            <a:extLst xmlns:a="http://schemas.openxmlformats.org/drawingml/2006/main">
              <a:ext uri="{FF2B5EF4-FFF2-40B4-BE49-F238E27FC236}">
                <a16:creationId xmlns:a16="http://schemas.microsoft.com/office/drawing/2014/main" id="{473D2F58-1066-4931-824C-352C217270B3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594939" y="3645066"/>
            <a:ext cx="24405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46" name="Google Shape;446;p50">
            <a:extLst xmlns:a="http://schemas.openxmlformats.org/drawingml/2006/main">
              <a:ext uri="{FF2B5EF4-FFF2-40B4-BE49-F238E27FC236}">
                <a16:creationId xmlns:a16="http://schemas.microsoft.com/office/drawing/2014/main" id="{E2D51284-6E0F-4512-8EEB-565A6B1464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0.xml><?xml version="1.0" encoding="utf-8"?>
<p:sldLayout xmlns:p="http://schemas.openxmlformats.org/presentationml/2006/main" matchingName="Title and Two Columns 7">
  <p:cSld name="CUSTOM_4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8" name="Google Shape;448;p51">
            <a:extLst xmlns:a="http://schemas.openxmlformats.org/drawingml/2006/main">
              <a:ext uri="{FF2B5EF4-FFF2-40B4-BE49-F238E27FC236}">
                <a16:creationId xmlns:a16="http://schemas.microsoft.com/office/drawing/2014/main" id="{B376228C-6686-4FCE-955A-D6A65BD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50" y="9465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1">
            <a:extLst xmlns:a="http://schemas.openxmlformats.org/drawingml/2006/main">
              <a:ext uri="{FF2B5EF4-FFF2-40B4-BE49-F238E27FC236}">
                <a16:creationId xmlns:a16="http://schemas.microsoft.com/office/drawing/2014/main" id="{8D4E76E9-811F-4D2B-9877-642CDCD6E4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9801" y="3019266"/>
            <a:ext cx="25869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50" name="Google Shape;450;p51">
            <a:extLst xmlns:a="http://schemas.openxmlformats.org/drawingml/2006/main">
              <a:ext uri="{FF2B5EF4-FFF2-40B4-BE49-F238E27FC236}">
                <a16:creationId xmlns:a16="http://schemas.microsoft.com/office/drawing/2014/main" id="{A5F990EF-D218-429D-8D76-FFF3A39203A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911206" y="3040012"/>
            <a:ext cx="25869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51" name="Google Shape;451;p51">
            <a:extLst xmlns:a="http://schemas.openxmlformats.org/drawingml/2006/main">
              <a:ext uri="{FF2B5EF4-FFF2-40B4-BE49-F238E27FC236}">
                <a16:creationId xmlns:a16="http://schemas.microsoft.com/office/drawing/2014/main" id="{F14A31F4-17E0-42CB-B746-34584285D4B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138482" y="352750"/>
            <a:ext cx="23892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52" name="Google Shape;452;p51">
            <a:extLst xmlns:a="http://schemas.openxmlformats.org/drawingml/2006/main">
              <a:ext uri="{FF2B5EF4-FFF2-40B4-BE49-F238E27FC236}">
                <a16:creationId xmlns:a16="http://schemas.microsoft.com/office/drawing/2014/main" id="{0647B67E-782F-4489-8490-8396D82089C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9801" y="3199800"/>
            <a:ext cx="25869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53" name="Google Shape;453;p51">
            <a:extLst xmlns:a="http://schemas.openxmlformats.org/drawingml/2006/main">
              <a:ext uri="{FF2B5EF4-FFF2-40B4-BE49-F238E27FC236}">
                <a16:creationId xmlns:a16="http://schemas.microsoft.com/office/drawing/2014/main" id="{625734F5-8844-4792-B90E-952F0DD6D61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911182" y="3215722"/>
            <a:ext cx="25869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54" name="Google Shape;454;p51">
            <a:extLst xmlns:a="http://schemas.openxmlformats.org/drawingml/2006/main">
              <a:ext uri="{FF2B5EF4-FFF2-40B4-BE49-F238E27FC236}">
                <a16:creationId xmlns:a16="http://schemas.microsoft.com/office/drawing/2014/main" id="{D2D3F92C-62C9-44C1-BD4C-028BF36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157100"/>
            <a:ext cx="986400" cy="986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1">
            <a:extLst xmlns:a="http://schemas.openxmlformats.org/drawingml/2006/main">
              <a:ext uri="{FF2B5EF4-FFF2-40B4-BE49-F238E27FC236}">
                <a16:creationId xmlns:a16="http://schemas.microsoft.com/office/drawing/2014/main" id="{4C808639-9976-4A2F-AE33-6FDCF74401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1.xml><?xml version="1.0" encoding="utf-8"?>
<p:sldLayout xmlns:p="http://schemas.openxmlformats.org/presentationml/2006/main" matchingName="Title and Four Columns 6">
  <p:cSld name="CUSTOM_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7" name="Google Shape;457;p52">
            <a:extLst xmlns:a="http://schemas.openxmlformats.org/drawingml/2006/main">
              <a:ext uri="{FF2B5EF4-FFF2-40B4-BE49-F238E27FC236}">
                <a16:creationId xmlns:a16="http://schemas.microsoft.com/office/drawing/2014/main" id="{BDDFC5B4-4708-4B6B-B0AF-D508344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" y="-8448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2">
            <a:extLst xmlns:a="http://schemas.openxmlformats.org/drawingml/2006/main">
              <a:ext uri="{FF2B5EF4-FFF2-40B4-BE49-F238E27FC236}">
                <a16:creationId xmlns:a16="http://schemas.microsoft.com/office/drawing/2014/main" id="{04D5FAAA-E122-4A88-81E6-0AAD3932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5" y="47682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2">
            <a:extLst xmlns:a="http://schemas.openxmlformats.org/drawingml/2006/main">
              <a:ext uri="{FF2B5EF4-FFF2-40B4-BE49-F238E27FC236}">
                <a16:creationId xmlns:a16="http://schemas.microsoft.com/office/drawing/2014/main" id="{DD5BAD7B-5F46-4714-BD42-B2EE63B321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05422" y="1578804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0" name="Google Shape;460;p52">
            <a:extLst xmlns:a="http://schemas.openxmlformats.org/drawingml/2006/main">
              <a:ext uri="{FF2B5EF4-FFF2-40B4-BE49-F238E27FC236}">
                <a16:creationId xmlns:a16="http://schemas.microsoft.com/office/drawing/2014/main" id="{93EF4038-5762-472B-ABD0-82B85FC239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05472" y="1935836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1" name="Google Shape;461;p52">
            <a:extLst xmlns:a="http://schemas.openxmlformats.org/drawingml/2006/main">
              <a:ext uri="{FF2B5EF4-FFF2-40B4-BE49-F238E27FC236}">
                <a16:creationId xmlns:a16="http://schemas.microsoft.com/office/drawing/2014/main" id="{BE6FFF21-5983-4CA8-B83D-4A27831F5E5F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4591376" y="1569732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2" name="Google Shape;462;p52">
            <a:extLst xmlns:a="http://schemas.openxmlformats.org/drawingml/2006/main">
              <a:ext uri="{FF2B5EF4-FFF2-40B4-BE49-F238E27FC236}">
                <a16:creationId xmlns:a16="http://schemas.microsoft.com/office/drawing/2014/main" id="{969BEB5B-11E2-47A9-AD03-35299F89EEE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91389" y="1926764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3" name="Google Shape;463;p52">
            <a:extLst xmlns:a="http://schemas.openxmlformats.org/drawingml/2006/main">
              <a:ext uri="{FF2B5EF4-FFF2-40B4-BE49-F238E27FC236}">
                <a16:creationId xmlns:a16="http://schemas.microsoft.com/office/drawing/2014/main" id="{6F500517-12C7-442B-AA84-4704B175ACC9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2914544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4" name="Google Shape;464;p52">
            <a:extLst xmlns:a="http://schemas.openxmlformats.org/drawingml/2006/main">
              <a:ext uri="{FF2B5EF4-FFF2-40B4-BE49-F238E27FC236}">
                <a16:creationId xmlns:a16="http://schemas.microsoft.com/office/drawing/2014/main" id="{F9717A4B-70B5-4159-A42E-D64B2553996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914544" y="3487744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5" name="Google Shape;465;p52">
            <a:extLst xmlns:a="http://schemas.openxmlformats.org/drawingml/2006/main">
              <a:ext uri="{FF2B5EF4-FFF2-40B4-BE49-F238E27FC236}">
                <a16:creationId xmlns:a16="http://schemas.microsoft.com/office/drawing/2014/main" id="{0CF5C28C-A7E3-425C-8A79-481FE4206480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4591383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6" name="Google Shape;466;p52">
            <a:extLst xmlns:a="http://schemas.openxmlformats.org/drawingml/2006/main">
              <a:ext uri="{FF2B5EF4-FFF2-40B4-BE49-F238E27FC236}">
                <a16:creationId xmlns:a16="http://schemas.microsoft.com/office/drawing/2014/main" id="{6CAB5912-68BA-4B1C-8F44-48FA20AA248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591389" y="3487744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7" name="Google Shape;467;p52">
            <a:extLst xmlns:a="http://schemas.openxmlformats.org/drawingml/2006/main">
              <a:ext uri="{FF2B5EF4-FFF2-40B4-BE49-F238E27FC236}">
                <a16:creationId xmlns:a16="http://schemas.microsoft.com/office/drawing/2014/main" id="{56CE4D1D-1BFC-41CB-88DF-840EC2A5F4FF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8" name="Google Shape;468;p52">
            <a:extLst xmlns:a="http://schemas.openxmlformats.org/drawingml/2006/main">
              <a:ext uri="{FF2B5EF4-FFF2-40B4-BE49-F238E27FC236}">
                <a16:creationId xmlns:a16="http://schemas.microsoft.com/office/drawing/2014/main" id="{7FC82061-5510-4D91-BF81-2BC102F90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2.xml><?xml version="1.0" encoding="utf-8"?>
<p:sldLayout xmlns:p="http://schemas.openxmlformats.org/presentationml/2006/main" matchingName="Section Header 1">
  <p:cSld name="CUSTOM_4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Google Shape;470;p53">
            <a:extLst xmlns:a="http://schemas.openxmlformats.org/drawingml/2006/main">
              <a:ext uri="{FF2B5EF4-FFF2-40B4-BE49-F238E27FC236}">
                <a16:creationId xmlns:a16="http://schemas.microsoft.com/office/drawing/2014/main" id="{9EE9CF8D-076A-4AD2-B16F-4048F96B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440425" y="4146350"/>
            <a:ext cx="1369200" cy="136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3">
            <a:extLst xmlns:a="http://schemas.openxmlformats.org/drawingml/2006/main">
              <a:ext uri="{FF2B5EF4-FFF2-40B4-BE49-F238E27FC236}">
                <a16:creationId xmlns:a16="http://schemas.microsoft.com/office/drawing/2014/main" id="{5EF22333-9FF0-45F3-80D8-91B13ECD27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76750" y="3038432"/>
            <a:ext cx="32565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472" name="Google Shape;472;p53">
            <a:extLst xmlns:a="http://schemas.openxmlformats.org/drawingml/2006/main">
              <a:ext uri="{FF2B5EF4-FFF2-40B4-BE49-F238E27FC236}">
                <a16:creationId xmlns:a16="http://schemas.microsoft.com/office/drawing/2014/main" id="{E3B2E097-E090-4446-95E7-E2B45957EF6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5334850" y="997169"/>
            <a:ext cx="2940300" cy="13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3" name="Google Shape;473;p53">
            <a:extLst xmlns:a="http://schemas.openxmlformats.org/drawingml/2006/main">
              <a:ext uri="{FF2B5EF4-FFF2-40B4-BE49-F238E27FC236}">
                <a16:creationId xmlns:a16="http://schemas.microsoft.com/office/drawing/2014/main" id="{ACA78F89-D98C-4C4D-BE1C-42B7EFF63E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573650" y="3727856"/>
            <a:ext cx="2462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74" name="Google Shape;474;p53">
            <a:extLst xmlns:a="http://schemas.openxmlformats.org/drawingml/2006/main">
              <a:ext uri="{FF2B5EF4-FFF2-40B4-BE49-F238E27FC236}">
                <a16:creationId xmlns:a16="http://schemas.microsoft.com/office/drawing/2014/main" id="{A98FAC96-14A4-4F04-ABAF-B3940AF9A2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3.xml><?xml version="1.0" encoding="utf-8"?>
<p:sldLayout xmlns:p="http://schemas.openxmlformats.org/presentationml/2006/main" matchingName="Title Only 6">
  <p:cSld name="CUSTOM_2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6" name="Google Shape;476;p54">
            <a:extLst xmlns:a="http://schemas.openxmlformats.org/drawingml/2006/main">
              <a:ext uri="{FF2B5EF4-FFF2-40B4-BE49-F238E27FC236}">
                <a16:creationId xmlns:a16="http://schemas.microsoft.com/office/drawing/2014/main" id="{C441BAEB-7EDF-4349-ACD6-9D80DEB6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51394" y="3667539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4">
            <a:extLst xmlns:a="http://schemas.openxmlformats.org/drawingml/2006/main">
              <a:ext uri="{FF2B5EF4-FFF2-40B4-BE49-F238E27FC236}">
                <a16:creationId xmlns:a16="http://schemas.microsoft.com/office/drawing/2014/main" id="{89ED739D-E1B3-4B39-BEB8-D63B095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615556" y="392264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4">
            <a:extLst xmlns:a="http://schemas.openxmlformats.org/drawingml/2006/main">
              <a:ext uri="{FF2B5EF4-FFF2-40B4-BE49-F238E27FC236}">
                <a16:creationId xmlns:a16="http://schemas.microsoft.com/office/drawing/2014/main" id="{32942C7F-81ED-41A9-BDC2-E60BB76DBF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79" name="Google Shape;479;p54">
            <a:extLst xmlns:a="http://schemas.openxmlformats.org/drawingml/2006/main">
              <a:ext uri="{FF2B5EF4-FFF2-40B4-BE49-F238E27FC236}">
                <a16:creationId xmlns:a16="http://schemas.microsoft.com/office/drawing/2014/main" id="{852D4AEF-DBA9-4D6A-8916-660F066697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4.xml><?xml version="1.0" encoding="utf-8"?>
<p:sldLayout xmlns:p="http://schemas.openxmlformats.org/presentationml/2006/main" matchingName="Title and Text 4">
  <p:cSld name="CUSTOM_4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Google Shape;481;p55">
            <a:extLst xmlns:a="http://schemas.openxmlformats.org/drawingml/2006/main">
              <a:ext uri="{FF2B5EF4-FFF2-40B4-BE49-F238E27FC236}">
                <a16:creationId xmlns:a16="http://schemas.microsoft.com/office/drawing/2014/main" id="{248C018F-C1AA-41B5-B8FC-74885953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847294" y="1265339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5">
            <a:extLst xmlns:a="http://schemas.openxmlformats.org/drawingml/2006/main">
              <a:ext uri="{FF2B5EF4-FFF2-40B4-BE49-F238E27FC236}">
                <a16:creationId xmlns:a16="http://schemas.microsoft.com/office/drawing/2014/main" id="{1D36BBA1-D440-4263-B551-26DD487D13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83" name="Google Shape;483;p55">
            <a:extLst xmlns:a="http://schemas.openxmlformats.org/drawingml/2006/main">
              <a:ext uri="{FF2B5EF4-FFF2-40B4-BE49-F238E27FC236}">
                <a16:creationId xmlns:a16="http://schemas.microsoft.com/office/drawing/2014/main" id="{DE2C71E0-7352-4881-B4E8-36ECA5A04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7450" y="1923600"/>
            <a:ext cx="28941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84" name="Google Shape;484;p55">
            <a:extLst xmlns:a="http://schemas.openxmlformats.org/drawingml/2006/main">
              <a:ext uri="{FF2B5EF4-FFF2-40B4-BE49-F238E27FC236}">
                <a16:creationId xmlns:a16="http://schemas.microsoft.com/office/drawing/2014/main" id="{2F9BA3DD-F01E-491A-AAF1-2F62E23C633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57450" y="2532900"/>
            <a:ext cx="2894100" cy="121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85" name="Google Shape;485;p55">
            <a:extLst xmlns:a="http://schemas.openxmlformats.org/drawingml/2006/main">
              <a:ext uri="{FF2B5EF4-FFF2-40B4-BE49-F238E27FC236}">
                <a16:creationId xmlns:a16="http://schemas.microsoft.com/office/drawing/2014/main" id="{E4DD7DD7-4728-4FC2-8F15-D4ED44F8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65775" y="915512"/>
            <a:ext cx="3993600" cy="39936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5">
            <a:extLst xmlns:a="http://schemas.openxmlformats.org/drawingml/2006/main">
              <a:ext uri="{FF2B5EF4-FFF2-40B4-BE49-F238E27FC236}">
                <a16:creationId xmlns:a16="http://schemas.microsoft.com/office/drawing/2014/main" id="{84B7E8CB-ED69-4395-84D0-FDED0DD059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5.xml><?xml version="1.0" encoding="utf-8"?>
<p:sldLayout xmlns:p="http://schemas.openxmlformats.org/presentationml/2006/main" matchingName="Title and Text 5">
  <p:cSld name="CUSTOM_5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Google Shape;488;p56">
            <a:extLst xmlns:a="http://schemas.openxmlformats.org/drawingml/2006/main">
              <a:ext uri="{FF2B5EF4-FFF2-40B4-BE49-F238E27FC236}">
                <a16:creationId xmlns:a16="http://schemas.microsoft.com/office/drawing/2014/main" id="{CB7BFF0B-0A12-41A2-B01D-FA4F9ADB7A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89" name="Google Shape;489;p56">
            <a:extLst xmlns:a="http://schemas.openxmlformats.org/drawingml/2006/main">
              <a:ext uri="{FF2B5EF4-FFF2-40B4-BE49-F238E27FC236}">
                <a16:creationId xmlns:a16="http://schemas.microsoft.com/office/drawing/2014/main" id="{F3DFE075-A28A-400D-85B1-1232D83239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84600" y="2516525"/>
            <a:ext cx="29511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90" name="Google Shape;490;p56">
            <a:extLst xmlns:a="http://schemas.openxmlformats.org/drawingml/2006/main">
              <a:ext uri="{FF2B5EF4-FFF2-40B4-BE49-F238E27FC236}">
                <a16:creationId xmlns:a16="http://schemas.microsoft.com/office/drawing/2014/main" id="{D43BB165-34DE-4112-9B1E-622D29EF2D8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184600" y="2876199"/>
            <a:ext cx="2951100" cy="121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91" name="Google Shape;491;p56">
            <a:extLst xmlns:a="http://schemas.openxmlformats.org/drawingml/2006/main">
              <a:ext uri="{FF2B5EF4-FFF2-40B4-BE49-F238E27FC236}">
                <a16:creationId xmlns:a16="http://schemas.microsoft.com/office/drawing/2014/main" id="{FCAF47EF-1335-440C-B846-E23A488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615556" y="392264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6">
            <a:extLst xmlns:a="http://schemas.openxmlformats.org/drawingml/2006/main">
              <a:ext uri="{FF2B5EF4-FFF2-40B4-BE49-F238E27FC236}">
                <a16:creationId xmlns:a16="http://schemas.microsoft.com/office/drawing/2014/main" id="{81B2DD01-9E86-4D69-AF53-5694086A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4576225" y="1059225"/>
            <a:ext cx="4467900" cy="44679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6">
            <a:extLst xmlns:a="http://schemas.openxmlformats.org/drawingml/2006/main">
              <a:ext uri="{FF2B5EF4-FFF2-40B4-BE49-F238E27FC236}">
                <a16:creationId xmlns:a16="http://schemas.microsoft.com/office/drawing/2014/main" id="{07DB49AD-B776-4B85-9CB1-0EE16786F1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6.xml><?xml version="1.0" encoding="utf-8"?>
<p:sldLayout xmlns:p="http://schemas.openxmlformats.org/presentationml/2006/main" matchingName="Thanks 1">
  <p:cSld name="CUSTOM_2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5" name="Google Shape;495;p57">
            <a:extLst xmlns:a="http://schemas.openxmlformats.org/drawingml/2006/main">
              <a:ext uri="{FF2B5EF4-FFF2-40B4-BE49-F238E27FC236}">
                <a16:creationId xmlns:a16="http://schemas.microsoft.com/office/drawing/2014/main" id="{C4331539-3598-432A-B0FF-09A75D6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900" y="-3217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7">
            <a:extLst xmlns:a="http://schemas.openxmlformats.org/drawingml/2006/main">
              <a:ext uri="{FF2B5EF4-FFF2-40B4-BE49-F238E27FC236}">
                <a16:creationId xmlns:a16="http://schemas.microsoft.com/office/drawing/2014/main" id="{827FFDBB-7F36-4AA4-A92E-D2280B42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5" y="48408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">
            <a:extLst xmlns:a="http://schemas.openxmlformats.org/drawingml/2006/main">
              <a:ext uri="{FF2B5EF4-FFF2-40B4-BE49-F238E27FC236}">
                <a16:creationId xmlns:a16="http://schemas.microsoft.com/office/drawing/2014/main" id="{BF5AE110-3501-4379-BA8B-734E8CAEC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1461" y="387025"/>
            <a:ext cx="3162000" cy="112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2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98" name="Google Shape;498;p57">
            <a:extLst xmlns:a="http://schemas.openxmlformats.org/drawingml/2006/main">
              <a:ext uri="{FF2B5EF4-FFF2-40B4-BE49-F238E27FC236}">
                <a16:creationId xmlns:a16="http://schemas.microsoft.com/office/drawing/2014/main" id="{8BC92B4C-1563-459F-BA1D-98ACA3CADF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1461" y="1560992"/>
            <a:ext cx="2960400" cy="13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99" name="Google Shape;499;p57">
            <a:extLst xmlns:a="http://schemas.openxmlformats.org/drawingml/2006/main">
              <a:ext uri="{FF2B5EF4-FFF2-40B4-BE49-F238E27FC236}">
                <a16:creationId xmlns:a16="http://schemas.microsoft.com/office/drawing/2014/main" id="{EA3E5EE3-E8F9-4087-9CD7-92BEF1AA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77" y="3394125"/>
            <a:ext cx="3231000" cy="93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Lato Light"/>
                <a:ea typeface="Lato Light"/>
                <a:cs typeface="Lato Light"/>
              </a:rPr>
              <a:t>CREDITS: This presentation template was created by </a:t>
            </a:r>
            <a:r>
              <a:rPr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Slidesgo</a:t>
            </a:r>
            <a:r>
              <a:rPr sz="1200">
                <a:solidFill>
                  <a:schemeClr val="dk1"/>
                </a:solidFill>
                <a:latin typeface="Lato Light"/>
                <a:ea typeface="Lato Light"/>
                <a:cs typeface="Lato Light"/>
              </a:rPr>
              <a:t>, including icons by </a:t>
            </a:r>
            <a:r>
              <a:rPr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Flaticon</a:t>
            </a:r>
            <a:r>
              <a:rPr sz="1200">
                <a:solidFill>
                  <a:schemeClr val="dk1"/>
                </a:solidFill>
                <a:latin typeface="Lato Light"/>
                <a:ea typeface="Lato Light"/>
                <a:cs typeface="Lato Light"/>
              </a:rPr>
              <a:t>, and infographics &amp; images by </a:t>
            </a:r>
            <a:r>
              <a:rPr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Freepik</a:t>
            </a:r>
            <a:endParaRPr sz="1200">
              <a:solidFill>
                <a:schemeClr val="dk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500" name="Google Shape;500;p57">
            <a:extLst xmlns:a="http://schemas.openxmlformats.org/drawingml/2006/main">
              <a:ext uri="{FF2B5EF4-FFF2-40B4-BE49-F238E27FC236}">
                <a16:creationId xmlns:a16="http://schemas.microsoft.com/office/drawing/2014/main" id="{864A146D-8E92-40DE-A062-06D968647D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7.xml><?xml version="1.0" encoding="utf-8"?>
<p:sldLayout xmlns:p="http://schemas.openxmlformats.org/presentationml/2006/main" matchingName="Title and Text 6">
  <p:cSld name="CUSTOM_2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2" name="Google Shape;502;p58">
            <a:extLst xmlns:a="http://schemas.openxmlformats.org/drawingml/2006/main">
              <a:ext uri="{FF2B5EF4-FFF2-40B4-BE49-F238E27FC236}">
                <a16:creationId xmlns:a16="http://schemas.microsoft.com/office/drawing/2014/main" id="{FEC23E14-A172-40DB-BFB5-1D1AC29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8">
            <a:extLst xmlns:a="http://schemas.openxmlformats.org/drawingml/2006/main">
              <a:ext uri="{FF2B5EF4-FFF2-40B4-BE49-F238E27FC236}">
                <a16:creationId xmlns:a16="http://schemas.microsoft.com/office/drawing/2014/main" id="{5672D248-E696-4F64-B87B-FE93DADB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025" y="101035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8">
            <a:extLst xmlns:a="http://schemas.openxmlformats.org/drawingml/2006/main">
              <a:ext uri="{FF2B5EF4-FFF2-40B4-BE49-F238E27FC236}">
                <a16:creationId xmlns:a16="http://schemas.microsoft.com/office/drawing/2014/main" id="{508A83B0-ADBD-47D0-895F-54D042EC7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4450" y="1389600"/>
            <a:ext cx="76668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05" name="Google Shape;505;p58">
            <a:extLst xmlns:a="http://schemas.openxmlformats.org/drawingml/2006/main">
              <a:ext uri="{FF2B5EF4-FFF2-40B4-BE49-F238E27FC236}">
                <a16:creationId xmlns:a16="http://schemas.microsoft.com/office/drawing/2014/main" id="{BB6AD199-4D45-4ECB-8688-21FAD2B2F51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506" name="Google Shape;506;p58">
            <a:extLst xmlns:a="http://schemas.openxmlformats.org/drawingml/2006/main">
              <a:ext uri="{FF2B5EF4-FFF2-40B4-BE49-F238E27FC236}">
                <a16:creationId xmlns:a16="http://schemas.microsoft.com/office/drawing/2014/main" id="{891D4924-0687-4167-A02E-DA09FC2096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8.xml><?xml version="1.0" encoding="utf-8"?>
<p:sldLayout xmlns:p="http://schemas.openxmlformats.org/presentationml/2006/main" matchingName="Title and Two Columns 8">
  <p:cSld name="CUSTOM_2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59">
            <a:extLst xmlns:a="http://schemas.openxmlformats.org/drawingml/2006/main">
              <a:ext uri="{FF2B5EF4-FFF2-40B4-BE49-F238E27FC236}">
                <a16:creationId xmlns:a16="http://schemas.microsoft.com/office/drawing/2014/main" id="{C763C065-4FCE-4C0A-844F-EAA325CCC0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4450" y="1389600"/>
            <a:ext cx="37896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09" name="Google Shape;509;p59">
            <a:extLst xmlns:a="http://schemas.openxmlformats.org/drawingml/2006/main">
              <a:ext uri="{FF2B5EF4-FFF2-40B4-BE49-F238E27FC236}">
                <a16:creationId xmlns:a16="http://schemas.microsoft.com/office/drawing/2014/main" id="{7369011B-EE1D-4A70-B7AB-35329728A8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4450" y="1389600"/>
            <a:ext cx="37896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0" name="Google Shape;510;p59">
            <a:extLst xmlns:a="http://schemas.openxmlformats.org/drawingml/2006/main">
              <a:ext uri="{FF2B5EF4-FFF2-40B4-BE49-F238E27FC236}">
                <a16:creationId xmlns:a16="http://schemas.microsoft.com/office/drawing/2014/main" id="{3E385357-4FE8-4598-9004-876331CFB12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798783" y="1389600"/>
            <a:ext cx="37896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1" name="Google Shape;511;p59">
            <a:extLst xmlns:a="http://schemas.openxmlformats.org/drawingml/2006/main">
              <a:ext uri="{FF2B5EF4-FFF2-40B4-BE49-F238E27FC236}">
                <a16:creationId xmlns:a16="http://schemas.microsoft.com/office/drawing/2014/main" id="{F92AC5E2-42AA-4394-9C54-020BA219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125" y="4058475"/>
            <a:ext cx="670500" cy="670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9">
            <a:extLst xmlns:a="http://schemas.openxmlformats.org/drawingml/2006/main">
              <a:ext uri="{FF2B5EF4-FFF2-40B4-BE49-F238E27FC236}">
                <a16:creationId xmlns:a16="http://schemas.microsoft.com/office/drawing/2014/main" id="{4CB8F5A8-E7AD-4AC6-92EA-A3F6978E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2375" y="540000"/>
            <a:ext cx="670500" cy="670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9">
            <a:extLst xmlns:a="http://schemas.openxmlformats.org/drawingml/2006/main">
              <a:ext uri="{FF2B5EF4-FFF2-40B4-BE49-F238E27FC236}">
                <a16:creationId xmlns:a16="http://schemas.microsoft.com/office/drawing/2014/main" id="{67A0D390-8967-4537-AEFA-87C9859A896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514" name="Google Shape;514;p59">
            <a:extLst xmlns:a="http://schemas.openxmlformats.org/drawingml/2006/main">
              <a:ext uri="{FF2B5EF4-FFF2-40B4-BE49-F238E27FC236}">
                <a16:creationId xmlns:a16="http://schemas.microsoft.com/office/drawing/2014/main" id="{E71BF099-C4E3-42C9-86D7-948446FE50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9.xml><?xml version="1.0" encoding="utf-8"?>
<p:sldLayout xmlns:p="http://schemas.openxmlformats.org/presentationml/2006/main" matchingName="Background 1">
  <p:cSld name="CUSTOM_5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Google Shape;516;p60">
            <a:extLst xmlns:a="http://schemas.openxmlformats.org/drawingml/2006/main">
              <a:ext uri="{FF2B5EF4-FFF2-40B4-BE49-F238E27FC236}">
                <a16:creationId xmlns:a16="http://schemas.microsoft.com/office/drawing/2014/main" id="{C24C9387-ED19-4E59-B11F-F169FCD1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51394" y="3667539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0">
            <a:extLst xmlns:a="http://schemas.openxmlformats.org/drawingml/2006/main">
              <a:ext uri="{FF2B5EF4-FFF2-40B4-BE49-F238E27FC236}">
                <a16:creationId xmlns:a16="http://schemas.microsoft.com/office/drawing/2014/main" id="{74467C55-AC46-4A03-90CC-05DF1D4A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615556" y="392264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0">
            <a:extLst xmlns:a="http://schemas.openxmlformats.org/drawingml/2006/main">
              <a:ext uri="{FF2B5EF4-FFF2-40B4-BE49-F238E27FC236}">
                <a16:creationId xmlns:a16="http://schemas.microsoft.com/office/drawing/2014/main" id="{D5AD1072-C14B-444F-8D91-7F0082FC1F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0.xml><?xml version="1.0" encoding="utf-8"?>
<p:sldLayout xmlns:p="http://schemas.openxmlformats.org/presentationml/2006/main" matchingName="Background 2">
  <p:cSld name="CUSTOM_5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0" name="Google Shape;520;p61">
            <a:extLst xmlns:a="http://schemas.openxmlformats.org/drawingml/2006/main">
              <a:ext uri="{FF2B5EF4-FFF2-40B4-BE49-F238E27FC236}">
                <a16:creationId xmlns:a16="http://schemas.microsoft.com/office/drawing/2014/main" id="{A3712EEA-C92A-475C-96EC-07B1B857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" y="-8448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1">
            <a:extLst xmlns:a="http://schemas.openxmlformats.org/drawingml/2006/main">
              <a:ext uri="{FF2B5EF4-FFF2-40B4-BE49-F238E27FC236}">
                <a16:creationId xmlns:a16="http://schemas.microsoft.com/office/drawing/2014/main" id="{851D863F-A81B-47A8-8827-85F78B47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5" y="47682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1">
            <a:extLst xmlns:a="http://schemas.openxmlformats.org/drawingml/2006/main">
              <a:ext uri="{FF2B5EF4-FFF2-40B4-BE49-F238E27FC236}">
                <a16:creationId xmlns:a16="http://schemas.microsoft.com/office/drawing/2014/main" id="{93E82C73-7F65-4B62-B07B-3737729061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1.xml><?xml version="1.0" encoding="utf-8"?>
<p:sldLayout xmlns:p="http://schemas.openxmlformats.org/presentationml/2006/main" matchingName="Background 3">
  <p:cSld name="CUSTOM_5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4" name="Google Shape;524;p62">
            <a:extLst xmlns:a="http://schemas.openxmlformats.org/drawingml/2006/main">
              <a:ext uri="{FF2B5EF4-FFF2-40B4-BE49-F238E27FC236}">
                <a16:creationId xmlns:a16="http://schemas.microsoft.com/office/drawing/2014/main" id="{365391F7-39AB-42CF-8628-6791490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00" y="733500"/>
            <a:ext cx="6724800" cy="367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2">
            <a:extLst xmlns:a="http://schemas.openxmlformats.org/drawingml/2006/main">
              <a:ext uri="{FF2B5EF4-FFF2-40B4-BE49-F238E27FC236}">
                <a16:creationId xmlns:a16="http://schemas.microsoft.com/office/drawing/2014/main" id="{8E0A1C9B-30AF-447A-A383-E93723A3F9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2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1" name="Google Shape;531;p64">
            <a:extLst xmlns:a="http://schemas.openxmlformats.org/drawingml/2006/main">
              <a:ext uri="{FF2B5EF4-FFF2-40B4-BE49-F238E27FC236}">
                <a16:creationId xmlns:a16="http://schemas.microsoft.com/office/drawing/2014/main" id="{887E1744-2A4A-40F3-B866-D7D77D372E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796f9cf2c64d4d" /><Relationship Type="http://schemas.openxmlformats.org/officeDocument/2006/relationships/slideLayout" Target="/ppt/slideLayouts/slideLayout1.xml" Id="Rc159bdb3034741ea" /><Relationship Type="http://schemas.openxmlformats.org/officeDocument/2006/relationships/slideLayout" Target="/ppt/slideLayouts/slideLayout2.xml" Id="Rf3013cf36a094708" /><Relationship Type="http://schemas.openxmlformats.org/officeDocument/2006/relationships/slideLayout" Target="/ppt/slideLayouts/slideLayout3.xml" Id="R87e98f87415549c3" /><Relationship Type="http://schemas.openxmlformats.org/officeDocument/2006/relationships/slideLayout" Target="/ppt/slideLayouts/slideLayout4.xml" Id="Rd9c42db405ec485b" /><Relationship Type="http://schemas.openxmlformats.org/officeDocument/2006/relationships/slideLayout" Target="/ppt/slideLayouts/slideLayout5.xml" Id="R4ff826202c564991" /><Relationship Type="http://schemas.openxmlformats.org/officeDocument/2006/relationships/slideLayout" Target="/ppt/slideLayouts/slideLayout6.xml" Id="R05841b2b53404c7d" /><Relationship Type="http://schemas.openxmlformats.org/officeDocument/2006/relationships/slideLayout" Target="/ppt/slideLayouts/slideLayout7.xml" Id="R85c3842658f040e1" /><Relationship Type="http://schemas.openxmlformats.org/officeDocument/2006/relationships/slideLayout" Target="/ppt/slideLayouts/slideLayout8.xml" Id="R48333c3b2674494c" /><Relationship Type="http://schemas.openxmlformats.org/officeDocument/2006/relationships/slideLayout" Target="/ppt/slideLayouts/slideLayout9.xml" Id="R286d1c17288c4f15" /><Relationship Type="http://schemas.openxmlformats.org/officeDocument/2006/relationships/slideLayout" Target="/ppt/slideLayouts/slideLayout10.xml" Id="Ra3223575b1f44fdf" /><Relationship Type="http://schemas.openxmlformats.org/officeDocument/2006/relationships/slideLayout" Target="/ppt/slideLayouts/slideLayout11.xml" Id="R413f4162403643a0" /><Relationship Type="http://schemas.openxmlformats.org/officeDocument/2006/relationships/slideLayout" Target="/ppt/slideLayouts/slideLayout12.xml" Id="R46f4fc02be13469d" /><Relationship Type="http://schemas.openxmlformats.org/officeDocument/2006/relationships/slideLayout" Target="/ppt/slideLayouts/slideLayout13.xml" Id="R02ada025d24947d7" /><Relationship Type="http://schemas.openxmlformats.org/officeDocument/2006/relationships/slideLayout" Target="/ppt/slideLayouts/slideLayout14.xml" Id="R5d8bf8f5ce9d412e" /><Relationship Type="http://schemas.openxmlformats.org/officeDocument/2006/relationships/slideLayout" Target="/ppt/slideLayouts/slideLayout15.xml" Id="R90cc3c1c85e04034" /><Relationship Type="http://schemas.openxmlformats.org/officeDocument/2006/relationships/slideLayout" Target="/ppt/slideLayouts/slideLayout16.xml" Id="R032f087d94ce49a7" /><Relationship Type="http://schemas.openxmlformats.org/officeDocument/2006/relationships/slideLayout" Target="/ppt/slideLayouts/slideLayout17.xml" Id="R6136b23050904ad3" /><Relationship Type="http://schemas.openxmlformats.org/officeDocument/2006/relationships/slideLayout" Target="/ppt/slideLayouts/slideLayout18.xml" Id="R8b0023aa07404aec" /><Relationship Type="http://schemas.openxmlformats.org/officeDocument/2006/relationships/slideLayout" Target="/ppt/slideLayouts/slideLayout19.xml" Id="Rb4d4175ea75b48df" /><Relationship Type="http://schemas.openxmlformats.org/officeDocument/2006/relationships/slideLayout" Target="/ppt/slideLayouts/slideLayout20.xml" Id="Rb3f09d4c7c85473c" /><Relationship Type="http://schemas.openxmlformats.org/officeDocument/2006/relationships/slideLayout" Target="/ppt/slideLayouts/slideLayout21.xml" Id="R028cbdfed9b549d4" /><Relationship Type="http://schemas.openxmlformats.org/officeDocument/2006/relationships/slideLayout" Target="/ppt/slideLayouts/slideLayout22.xml" Id="R00b766062c7f4a91" /><Relationship Type="http://schemas.openxmlformats.org/officeDocument/2006/relationships/slideLayout" Target="/ppt/slideLayouts/slideLayout23.xml" Id="Rf1b75a54b9e24674" /><Relationship Type="http://schemas.openxmlformats.org/officeDocument/2006/relationships/slideLayout" Target="/ppt/slideLayouts/slideLayout24.xml" Id="R3d37c4e1bbb440e5" /><Relationship Type="http://schemas.openxmlformats.org/officeDocument/2006/relationships/slideLayout" Target="/ppt/slideLayouts/slideLayout25.xml" Id="R3e76e276551944b5" /><Relationship Type="http://schemas.openxmlformats.org/officeDocument/2006/relationships/slideLayout" Target="/ppt/slideLayouts/slideLayout26.xml" Id="R5872904b13754c49" /><Relationship Type="http://schemas.openxmlformats.org/officeDocument/2006/relationships/slideLayout" Target="/ppt/slideLayouts/slideLayout27.xml" Id="R4eb8998477cf46a9" /><Relationship Type="http://schemas.openxmlformats.org/officeDocument/2006/relationships/slideLayout" Target="/ppt/slideLayouts/slideLayout28.xml" Id="R8303f7173ddc4111" /><Relationship Type="http://schemas.openxmlformats.org/officeDocument/2006/relationships/slideLayout" Target="/ppt/slideLayouts/slideLayout29.xml" Id="Rafe485b935c440ee" /><Relationship Type="http://schemas.openxmlformats.org/officeDocument/2006/relationships/slideLayout" Target="/ppt/slideLayouts/slideLayout30.xml" Id="R01b284d371f2447d" /><Relationship Type="http://schemas.openxmlformats.org/officeDocument/2006/relationships/slideLayout" Target="/ppt/slideLayouts/slideLayout31.xml" Id="R84c9492e5e3a45ee" /><Relationship Type="http://schemas.openxmlformats.org/officeDocument/2006/relationships/slideLayout" Target="/ppt/slideLayouts/slideLayout32.xml" Id="Ra5d0c2a3e5054af5" /><Relationship Type="http://schemas.openxmlformats.org/officeDocument/2006/relationships/slideLayout" Target="/ppt/slideLayouts/slideLayout33.xml" Id="R56c4e61463d54723" /><Relationship Type="http://schemas.openxmlformats.org/officeDocument/2006/relationships/slideLayout" Target="/ppt/slideLayouts/slideLayout34.xml" Id="R0afff496688f43c2" /><Relationship Type="http://schemas.openxmlformats.org/officeDocument/2006/relationships/slideLayout" Target="/ppt/slideLayouts/slideLayout35.xml" Id="Rc6eac1977d664f94" /><Relationship Type="http://schemas.openxmlformats.org/officeDocument/2006/relationships/slideLayout" Target="/ppt/slideLayouts/slideLayout36.xml" Id="R9c33330e4101484d" /><Relationship Type="http://schemas.openxmlformats.org/officeDocument/2006/relationships/slideLayout" Target="/ppt/slideLayouts/slideLayout37.xml" Id="R89ae7a8f9e5849d8" /><Relationship Type="http://schemas.openxmlformats.org/officeDocument/2006/relationships/slideLayout" Target="/ppt/slideLayouts/slideLayout38.xml" Id="R3dea1c73b1b64381" /><Relationship Type="http://schemas.openxmlformats.org/officeDocument/2006/relationships/slideLayout" Target="/ppt/slideLayouts/slideLayout39.xml" Id="R187dbc97dc6640b7" /><Relationship Type="http://schemas.openxmlformats.org/officeDocument/2006/relationships/slideLayout" Target="/ppt/slideLayouts/slideLayout40.xml" Id="Re624896423004110" /><Relationship Type="http://schemas.openxmlformats.org/officeDocument/2006/relationships/slideLayout" Target="/ppt/slideLayouts/slideLayout41.xml" Id="Rd986891709f54a3b" /><Relationship Type="http://schemas.openxmlformats.org/officeDocument/2006/relationships/slideLayout" Target="/ppt/slideLayouts/slideLayout42.xml" Id="R4ae5f80370504e12" /><Relationship Type="http://schemas.openxmlformats.org/officeDocument/2006/relationships/slideLayout" Target="/ppt/slideLayouts/slideLayout43.xml" Id="R700d3ef11d7f4013" /><Relationship Type="http://schemas.openxmlformats.org/officeDocument/2006/relationships/slideLayout" Target="/ppt/slideLayouts/slideLayout44.xml" Id="Rf330ad4c991049ce" /><Relationship Type="http://schemas.openxmlformats.org/officeDocument/2006/relationships/slideLayout" Target="/ppt/slideLayouts/slideLayout45.xml" Id="Re533df1386f54bf7" /><Relationship Type="http://schemas.openxmlformats.org/officeDocument/2006/relationships/slideLayout" Target="/ppt/slideLayouts/slideLayout46.xml" Id="R2a8bdd5bcd064b6e" /><Relationship Type="http://schemas.openxmlformats.org/officeDocument/2006/relationships/slideLayout" Target="/ppt/slideLayouts/slideLayout47.xml" Id="Rdb1878bf6e5c46c3" /><Relationship Type="http://schemas.openxmlformats.org/officeDocument/2006/relationships/slideLayout" Target="/ppt/slideLayouts/slideLayout48.xml" Id="R2a7e7d9338624bab" /><Relationship Type="http://schemas.openxmlformats.org/officeDocument/2006/relationships/slideLayout" Target="/ppt/slideLayouts/slideLayout49.xml" Id="R9be43895fcd0429d" /><Relationship Type="http://schemas.openxmlformats.org/officeDocument/2006/relationships/slideLayout" Target="/ppt/slideLayouts/slideLayout50.xml" Id="R9a6434e8de6a47cf" /><Relationship Type="http://schemas.openxmlformats.org/officeDocument/2006/relationships/slideLayout" Target="/ppt/slideLayouts/slideLayout51.xml" Id="Ra631acea580d451c" /><Relationship Type="http://schemas.openxmlformats.org/officeDocument/2006/relationships/slideLayout" Target="/ppt/slideLayouts/slideLayout52.xml" Id="R489a3977f76342d6" /><Relationship Type="http://schemas.openxmlformats.org/officeDocument/2006/relationships/slideLayout" Target="/ppt/slideLayouts/slideLayout53.xml" Id="Recd78ab38ce74bf7" /><Relationship Type="http://schemas.openxmlformats.org/officeDocument/2006/relationships/slideLayout" Target="/ppt/slideLayouts/slideLayout54.xml" Id="R7e868b10bd4c4f48" /><Relationship Type="http://schemas.openxmlformats.org/officeDocument/2006/relationships/slideLayout" Target="/ppt/slideLayouts/slideLayout55.xml" Id="Rcb54297fbc854f45" /><Relationship Type="http://schemas.openxmlformats.org/officeDocument/2006/relationships/slideLayout" Target="/ppt/slideLayouts/slideLayout56.xml" Id="R36ce2e5afa9847db" /><Relationship Type="http://schemas.openxmlformats.org/officeDocument/2006/relationships/slideLayout" Target="/ppt/slideLayouts/slideLayout57.xml" Id="R0c942807383544da" /><Relationship Type="http://schemas.openxmlformats.org/officeDocument/2006/relationships/slideLayout" Target="/ppt/slideLayouts/slideLayout58.xml" Id="Raea62d7b939f4db0" /><Relationship Type="http://schemas.openxmlformats.org/officeDocument/2006/relationships/slideLayout" Target="/ppt/slideLayouts/slideLayout59.xml" Id="R189a4040f9904e7f" /><Relationship Type="http://schemas.openxmlformats.org/officeDocument/2006/relationships/slideLayout" Target="/ppt/slideLayouts/slideLayout60.xml" Id="R7972db75268444f8" /><Relationship Type="http://schemas.openxmlformats.org/officeDocument/2006/relationships/slideLayout" Target="/ppt/slideLayouts/slideLayout61.xml" Id="R62b60eaa6f274f6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1e4966c45aa4a9c" /><Relationship Type="http://schemas.openxmlformats.org/officeDocument/2006/relationships/slideLayout" Target="/ppt/slideLayouts/slideLayout62.xml" Id="R58cf5aa5c2614e1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2AFEB49-28AF-4BED-B9DD-9B71C41F3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 Medium"/>
              <a:buNone/>
              <a:defRPr sz="2800"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31E2BF1-5851-4310-892E-3584E968E1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Char char="●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■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●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■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●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 Light"/>
              <a:buChar char="■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F042711-C97B-4009-BB2A-A7C91518E7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1"/>
                </a:solidFill>
              </a:defRPr>
            </a:lvl1pPr>
            <a:lvl2pPr algn="r">
              <a:buNone/>
              <a:defRPr sz="1300">
                <a:solidFill>
                  <a:schemeClr val="dk1"/>
                </a:solidFill>
              </a:defRPr>
            </a:lvl2pPr>
            <a:lvl3pPr algn="r">
              <a:buNone/>
              <a:defRPr sz="1300">
                <a:solidFill>
                  <a:schemeClr val="dk1"/>
                </a:solidFill>
              </a:defRPr>
            </a:lvl3pPr>
            <a:lvl4pPr algn="r">
              <a:buNone/>
              <a:defRPr sz="1300">
                <a:solidFill>
                  <a:schemeClr val="dk1"/>
                </a:solidFill>
              </a:defRPr>
            </a:lvl4pPr>
            <a:lvl5pPr algn="r">
              <a:buNone/>
              <a:defRPr sz="1300">
                <a:solidFill>
                  <a:schemeClr val="dk1"/>
                </a:solidFill>
              </a:defRPr>
            </a:lvl5pPr>
            <a:lvl6pPr algn="r">
              <a:buNone/>
              <a:defRPr sz="1300">
                <a:solidFill>
                  <a:schemeClr val="dk1"/>
                </a:solidFill>
              </a:defRPr>
            </a:lvl6pPr>
            <a:lvl7pPr algn="r">
              <a:buNone/>
              <a:defRPr sz="1300">
                <a:solidFill>
                  <a:schemeClr val="dk1"/>
                </a:solidFill>
              </a:defRPr>
            </a:lvl7pPr>
            <a:lvl8pPr algn="r">
              <a:buNone/>
              <a:defRPr sz="1300">
                <a:solidFill>
                  <a:schemeClr val="dk1"/>
                </a:solidFill>
              </a:defRPr>
            </a:lvl8pPr>
            <a:lvl9pPr algn="r">
              <a:buNone/>
              <a:defRPr sz="1300">
                <a:solidFill>
                  <a:schemeClr val="dk1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9bdb3034741ea"/>
    <p:sldLayoutId xmlns:r="http://schemas.openxmlformats.org/officeDocument/2006/relationships" id="2147483650" r:id="Rf3013cf36a094708"/>
    <p:sldLayoutId xmlns:r="http://schemas.openxmlformats.org/officeDocument/2006/relationships" id="2147483651" r:id="R87e98f87415549c3"/>
    <p:sldLayoutId xmlns:r="http://schemas.openxmlformats.org/officeDocument/2006/relationships" id="2147483652" r:id="Rd9c42db405ec485b"/>
    <p:sldLayoutId xmlns:r="http://schemas.openxmlformats.org/officeDocument/2006/relationships" id="2147483653" r:id="R4ff826202c564991"/>
    <p:sldLayoutId xmlns:r="http://schemas.openxmlformats.org/officeDocument/2006/relationships" id="2147483654" r:id="R05841b2b53404c7d"/>
    <p:sldLayoutId xmlns:r="http://schemas.openxmlformats.org/officeDocument/2006/relationships" id="2147483655" r:id="R85c3842658f040e1"/>
    <p:sldLayoutId xmlns:r="http://schemas.openxmlformats.org/officeDocument/2006/relationships" id="2147483656" r:id="R48333c3b2674494c"/>
    <p:sldLayoutId xmlns:r="http://schemas.openxmlformats.org/officeDocument/2006/relationships" id="2147483657" r:id="R286d1c17288c4f15"/>
    <p:sldLayoutId xmlns:r="http://schemas.openxmlformats.org/officeDocument/2006/relationships" id="2147483658" r:id="Ra3223575b1f44fdf"/>
    <p:sldLayoutId xmlns:r="http://schemas.openxmlformats.org/officeDocument/2006/relationships" id="2147483659" r:id="R413f4162403643a0"/>
    <p:sldLayoutId xmlns:r="http://schemas.openxmlformats.org/officeDocument/2006/relationships" id="2147483660" r:id="R46f4fc02be13469d"/>
    <p:sldLayoutId xmlns:r="http://schemas.openxmlformats.org/officeDocument/2006/relationships" id="2147483661" r:id="R02ada025d24947d7"/>
    <p:sldLayoutId xmlns:r="http://schemas.openxmlformats.org/officeDocument/2006/relationships" id="2147483662" r:id="R5d8bf8f5ce9d412e"/>
    <p:sldLayoutId xmlns:r="http://schemas.openxmlformats.org/officeDocument/2006/relationships" id="2147483663" r:id="R90cc3c1c85e04034"/>
    <p:sldLayoutId xmlns:r="http://schemas.openxmlformats.org/officeDocument/2006/relationships" id="2147483664" r:id="R032f087d94ce49a7"/>
    <p:sldLayoutId xmlns:r="http://schemas.openxmlformats.org/officeDocument/2006/relationships" id="2147483665" r:id="R6136b23050904ad3"/>
    <p:sldLayoutId xmlns:r="http://schemas.openxmlformats.org/officeDocument/2006/relationships" id="2147483666" r:id="R8b0023aa07404aec"/>
    <p:sldLayoutId xmlns:r="http://schemas.openxmlformats.org/officeDocument/2006/relationships" id="2147483667" r:id="Rb4d4175ea75b48df"/>
    <p:sldLayoutId xmlns:r="http://schemas.openxmlformats.org/officeDocument/2006/relationships" id="2147483668" r:id="Rb3f09d4c7c85473c"/>
    <p:sldLayoutId xmlns:r="http://schemas.openxmlformats.org/officeDocument/2006/relationships" id="2147483669" r:id="R028cbdfed9b549d4"/>
    <p:sldLayoutId xmlns:r="http://schemas.openxmlformats.org/officeDocument/2006/relationships" id="2147483670" r:id="R00b766062c7f4a91"/>
    <p:sldLayoutId xmlns:r="http://schemas.openxmlformats.org/officeDocument/2006/relationships" id="2147483671" r:id="Rf1b75a54b9e24674"/>
    <p:sldLayoutId xmlns:r="http://schemas.openxmlformats.org/officeDocument/2006/relationships" id="2147483672" r:id="R3d37c4e1bbb440e5"/>
    <p:sldLayoutId xmlns:r="http://schemas.openxmlformats.org/officeDocument/2006/relationships" id="2147483673" r:id="R3e76e276551944b5"/>
    <p:sldLayoutId xmlns:r="http://schemas.openxmlformats.org/officeDocument/2006/relationships" id="2147483674" r:id="R5872904b13754c49"/>
    <p:sldLayoutId xmlns:r="http://schemas.openxmlformats.org/officeDocument/2006/relationships" id="2147483675" r:id="R4eb8998477cf46a9"/>
    <p:sldLayoutId xmlns:r="http://schemas.openxmlformats.org/officeDocument/2006/relationships" id="2147483676" r:id="R8303f7173ddc4111"/>
    <p:sldLayoutId xmlns:r="http://schemas.openxmlformats.org/officeDocument/2006/relationships" id="2147483677" r:id="Rafe485b935c440ee"/>
    <p:sldLayoutId xmlns:r="http://schemas.openxmlformats.org/officeDocument/2006/relationships" id="2147483678" r:id="R01b284d371f2447d"/>
    <p:sldLayoutId xmlns:r="http://schemas.openxmlformats.org/officeDocument/2006/relationships" id="2147483679" r:id="R84c9492e5e3a45ee"/>
    <p:sldLayoutId xmlns:r="http://schemas.openxmlformats.org/officeDocument/2006/relationships" id="2147483680" r:id="Ra5d0c2a3e5054af5"/>
    <p:sldLayoutId xmlns:r="http://schemas.openxmlformats.org/officeDocument/2006/relationships" id="2147483681" r:id="R56c4e61463d54723"/>
    <p:sldLayoutId xmlns:r="http://schemas.openxmlformats.org/officeDocument/2006/relationships" id="2147483682" r:id="R0afff496688f43c2"/>
    <p:sldLayoutId xmlns:r="http://schemas.openxmlformats.org/officeDocument/2006/relationships" id="2147483683" r:id="Rc6eac1977d664f94"/>
    <p:sldLayoutId xmlns:r="http://schemas.openxmlformats.org/officeDocument/2006/relationships" id="2147483684" r:id="R9c33330e4101484d"/>
    <p:sldLayoutId xmlns:r="http://schemas.openxmlformats.org/officeDocument/2006/relationships" id="2147483685" r:id="R89ae7a8f9e5849d8"/>
    <p:sldLayoutId xmlns:r="http://schemas.openxmlformats.org/officeDocument/2006/relationships" id="2147483686" r:id="R3dea1c73b1b64381"/>
    <p:sldLayoutId xmlns:r="http://schemas.openxmlformats.org/officeDocument/2006/relationships" id="2147483687" r:id="R187dbc97dc6640b7"/>
    <p:sldLayoutId xmlns:r="http://schemas.openxmlformats.org/officeDocument/2006/relationships" id="2147483688" r:id="Re624896423004110"/>
    <p:sldLayoutId xmlns:r="http://schemas.openxmlformats.org/officeDocument/2006/relationships" id="2147483689" r:id="Rd986891709f54a3b"/>
    <p:sldLayoutId xmlns:r="http://schemas.openxmlformats.org/officeDocument/2006/relationships" id="2147483690" r:id="R4ae5f80370504e12"/>
    <p:sldLayoutId xmlns:r="http://schemas.openxmlformats.org/officeDocument/2006/relationships" id="2147483691" r:id="R700d3ef11d7f4013"/>
    <p:sldLayoutId xmlns:r="http://schemas.openxmlformats.org/officeDocument/2006/relationships" id="2147483692" r:id="Rf330ad4c991049ce"/>
    <p:sldLayoutId xmlns:r="http://schemas.openxmlformats.org/officeDocument/2006/relationships" id="2147483693" r:id="Re533df1386f54bf7"/>
    <p:sldLayoutId xmlns:r="http://schemas.openxmlformats.org/officeDocument/2006/relationships" id="2147483694" r:id="R2a8bdd5bcd064b6e"/>
    <p:sldLayoutId xmlns:r="http://schemas.openxmlformats.org/officeDocument/2006/relationships" id="2147483695" r:id="Rdb1878bf6e5c46c3"/>
    <p:sldLayoutId xmlns:r="http://schemas.openxmlformats.org/officeDocument/2006/relationships" id="2147483696" r:id="R2a7e7d9338624bab"/>
    <p:sldLayoutId xmlns:r="http://schemas.openxmlformats.org/officeDocument/2006/relationships" id="2147483697" r:id="R9be43895fcd0429d"/>
    <p:sldLayoutId xmlns:r="http://schemas.openxmlformats.org/officeDocument/2006/relationships" id="2147483698" r:id="R9a6434e8de6a47cf"/>
    <p:sldLayoutId xmlns:r="http://schemas.openxmlformats.org/officeDocument/2006/relationships" id="2147483699" r:id="Ra631acea580d451c"/>
    <p:sldLayoutId xmlns:r="http://schemas.openxmlformats.org/officeDocument/2006/relationships" id="2147483700" r:id="R489a3977f76342d6"/>
    <p:sldLayoutId xmlns:r="http://schemas.openxmlformats.org/officeDocument/2006/relationships" id="2147483701" r:id="Recd78ab38ce74bf7"/>
    <p:sldLayoutId xmlns:r="http://schemas.openxmlformats.org/officeDocument/2006/relationships" id="2147483702" r:id="R7e868b10bd4c4f48"/>
    <p:sldLayoutId xmlns:r="http://schemas.openxmlformats.org/officeDocument/2006/relationships" id="2147483703" r:id="Rcb54297fbc854f45"/>
    <p:sldLayoutId xmlns:r="http://schemas.openxmlformats.org/officeDocument/2006/relationships" id="2147483704" r:id="R36ce2e5afa9847db"/>
    <p:sldLayoutId xmlns:r="http://schemas.openxmlformats.org/officeDocument/2006/relationships" id="2147483705" r:id="R0c942807383544da"/>
    <p:sldLayoutId xmlns:r="http://schemas.openxmlformats.org/officeDocument/2006/relationships" id="2147483706" r:id="Raea62d7b939f4db0"/>
    <p:sldLayoutId xmlns:r="http://schemas.openxmlformats.org/officeDocument/2006/relationships" id="2147483707" r:id="R189a4040f9904e7f"/>
    <p:sldLayoutId xmlns:r="http://schemas.openxmlformats.org/officeDocument/2006/relationships" id="2147483708" r:id="R7972db75268444f8"/>
    <p:sldLayoutId xmlns:r="http://schemas.openxmlformats.org/officeDocument/2006/relationships" id="2147483709" r:id="R62b60eaa6f274f6b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7" name="Google Shape;527;p63">
            <a:extLst xmlns:a="http://schemas.openxmlformats.org/drawingml/2006/main">
              <a:ext uri="{FF2B5EF4-FFF2-40B4-BE49-F238E27FC236}">
                <a16:creationId xmlns:a16="http://schemas.microsoft.com/office/drawing/2014/main" id="{DC8FE291-933D-40CD-BF5C-D2CFBE851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 xmlns:a="http://schemas.openxmlformats.org/drawingml/2006/main"/>
        </p:txBody>
      </p:sp>
      <p:sp>
        <p:nvSpPr>
          <p:cNvPr id="528" name="Google Shape;528;p63">
            <a:extLst xmlns:a="http://schemas.openxmlformats.org/drawingml/2006/main">
              <a:ext uri="{FF2B5EF4-FFF2-40B4-BE49-F238E27FC236}">
                <a16:creationId xmlns:a16="http://schemas.microsoft.com/office/drawing/2014/main" id="{D25DC44D-B5BD-4491-9E1B-A401BA1C2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  <p:sp>
        <p:nvSpPr>
          <p:cNvPr id="529" name="Google Shape;529;p63">
            <a:extLst xmlns:a="http://schemas.openxmlformats.org/drawingml/2006/main">
              <a:ext uri="{FF2B5EF4-FFF2-40B4-BE49-F238E27FC236}">
                <a16:creationId xmlns:a16="http://schemas.microsoft.com/office/drawing/2014/main" id="{D66EF050-9783-4276-9A32-9AFBF2C059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11" r:id="R58cf5aa5c2614e1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cd87419ea36420c" /><Relationship Type="http://schemas.openxmlformats.org/officeDocument/2006/relationships/notesSlide" Target="/ppt/notesSlides/notesSlide1.xml" Id="R85f57cf73bf1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f1ac410e6ca4670" /><Relationship Type="http://schemas.openxmlformats.org/officeDocument/2006/relationships/notesSlide" Target="/ppt/notesSlides/notesSlide2.xml" Id="R33aa9a809da243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3245bc1b090f4a80" /><Relationship Type="http://schemas.openxmlformats.org/officeDocument/2006/relationships/notesSlide" Target="/ppt/notesSlides/notesSlide3.xml" Id="R3fb44092138c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f35dd5c69ed24a4a" /><Relationship Type="http://schemas.openxmlformats.org/officeDocument/2006/relationships/image" Target="/ppt/media/image.png" Id="R2e8ec07d34884f06" /><Relationship Type="http://schemas.openxmlformats.org/officeDocument/2006/relationships/notesSlide" Target="/ppt/notesSlides/notesSlide4.xml" Id="R1f01458348444b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2e20d965ceb4616" /><Relationship Type="http://schemas.openxmlformats.org/officeDocument/2006/relationships/notesSlide" Target="/ppt/notesSlides/notesSlide5.xml" Id="R30b74934388a48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ca24ecb50094afc" /><Relationship Type="http://schemas.openxmlformats.org/officeDocument/2006/relationships/notesSlide" Target="/ppt/notesSlides/notesSlide6.xml" Id="R5197ab52778e4c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9277b5bb193427e" /><Relationship Type="http://schemas.openxmlformats.org/officeDocument/2006/relationships/notesSlide" Target="/ppt/notesSlides/notesSlide7.xml" Id="R08bc1d8808b448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033d0a7c51eb4db5" /><Relationship Type="http://schemas.openxmlformats.org/officeDocument/2006/relationships/notesSlide" Target="/ppt/notesSlides/notesSlide8.xml" Id="Rdff9337b79bb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79d09bb1e13e4239" /><Relationship Type="http://schemas.openxmlformats.org/officeDocument/2006/relationships/image" Target="/ppt/media/image2.png" Id="R9b3e210d4624475a" /><Relationship Type="http://schemas.openxmlformats.org/officeDocument/2006/relationships/notesSlide" Target="/ppt/notesSlides/notesSlide9.xml" Id="Re3f50db9de1045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0134b8785d8e4e55" /><Relationship Type="http://schemas.openxmlformats.org/officeDocument/2006/relationships/image" Target="/ppt/media/image3.png" Id="R6a348e536fee4919" /><Relationship Type="http://schemas.openxmlformats.org/officeDocument/2006/relationships/notesSlide" Target="/ppt/notesSlides/notesSlide10.xml" Id="R2f6eace911c04e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ae2d15e710e4450" /><Relationship Type="http://schemas.openxmlformats.org/officeDocument/2006/relationships/notesSlide" Target="/ppt/notesSlides/notesSlide11.xml" Id="Rf60195a24a224f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8d570bd4d5e4ee1" /><Relationship Type="http://schemas.openxmlformats.org/officeDocument/2006/relationships/notesSlide" Target="/ppt/notesSlides/notesSlide12.xml" Id="R6c2d49016fd042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6fe4112746d4d98" /><Relationship Type="http://schemas.openxmlformats.org/officeDocument/2006/relationships/notesSlide" Target="/ppt/notesSlides/notesSlide13.xml" Id="R41d79a01365f4c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354f2b4d1f84b9b" /><Relationship Type="http://schemas.openxmlformats.org/officeDocument/2006/relationships/notesSlide" Target="/ppt/notesSlides/notesSlide14.xml" Id="Re173e1274e3a46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38fd9444c35f4736" /><Relationship Type="http://schemas.openxmlformats.org/officeDocument/2006/relationships/notesSlide" Target="/ppt/notesSlides/notesSlide15.xml" Id="Rec32f730b5b24e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1d68299be004d4d" /><Relationship Type="http://schemas.openxmlformats.org/officeDocument/2006/relationships/image" Target="/ppt/media/image4.png" Id="R67ee44667e8a48df" /><Relationship Type="http://schemas.openxmlformats.org/officeDocument/2006/relationships/notesSlide" Target="/ppt/notesSlides/notesSlide16.xml" Id="R01baf9c55f5149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92e2caf84d5d4851" /><Relationship Type="http://schemas.openxmlformats.org/officeDocument/2006/relationships/notesSlide" Target="/ppt/notesSlides/notesSlide17.xml" Id="R4d9db1228d5a41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3958f9a8ac2e404c" /><Relationship Type="http://schemas.openxmlformats.org/officeDocument/2006/relationships/notesSlide" Target="/ppt/notesSlides/notesSlide18.xml" Id="Rdfa7346ae8ca42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cbbdf8de5f5b4e14" /><Relationship Type="http://schemas.openxmlformats.org/officeDocument/2006/relationships/notesSlide" Target="/ppt/notesSlides/notesSlide19.xml" Id="Raaaac174a28e44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2b0acdd66ae24870" /><Relationship Type="http://schemas.openxmlformats.org/officeDocument/2006/relationships/image" Target="/ppt/media/image5.png" Id="R152b9444305b49dd" /><Relationship Type="http://schemas.openxmlformats.org/officeDocument/2006/relationships/notesSlide" Target="/ppt/notesSlides/notesSlide20.xml" Id="R80ae823034c9499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859914db5ef94967" /><Relationship Type="http://schemas.openxmlformats.org/officeDocument/2006/relationships/notesSlide" Target="/ppt/notesSlides/notesSlide21.xml" Id="R2dfbf76db7744e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57806a6954144f2" /><Relationship Type="http://schemas.openxmlformats.org/officeDocument/2006/relationships/notesSlide" Target="/ppt/notesSlides/notesSlide22.xml" Id="Rf15e8c995e4347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7078794d5be442b0" /><Relationship Type="http://schemas.openxmlformats.org/officeDocument/2006/relationships/image" Target="/ppt/media/image6.png" Id="R5757a71a56964198" /><Relationship Type="http://schemas.openxmlformats.org/officeDocument/2006/relationships/notesSlide" Target="/ppt/notesSlides/notesSlide23.xml" Id="R57f10e07545848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2bc47bcfba0747da" /><Relationship Type="http://schemas.openxmlformats.org/officeDocument/2006/relationships/notesSlide" Target="/ppt/notesSlides/notesSlide24.xml" Id="R590fc898b67c41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c6366de1c47b45f0" /><Relationship Type="http://schemas.openxmlformats.org/officeDocument/2006/relationships/image" Target="/ppt/media/image7.png" Id="Rabd4b7c702a14c78" /><Relationship Type="http://schemas.openxmlformats.org/officeDocument/2006/relationships/notesSlide" Target="/ppt/notesSlides/notesSlide25.xml" Id="R8ada51a619d243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c79a63f3944c4666" /><Relationship Type="http://schemas.openxmlformats.org/officeDocument/2006/relationships/notesSlide" Target="/ppt/notesSlides/notesSlide26.xml" Id="R9cffd1d96b2b45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89e993f7a634b74" /><Relationship Type="http://schemas.openxmlformats.org/officeDocument/2006/relationships/notesSlide" Target="/ppt/notesSlides/notesSlide27.xml" Id="Ra2697ce6d6ef47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70330e45dea4e23" /><Relationship Type="http://schemas.openxmlformats.org/officeDocument/2006/relationships/notesSlide" Target="/ppt/notesSlides/notesSlide28.xml" Id="Rc1c5e3ed065f40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3abaf52e082419b" /><Relationship Type="http://schemas.openxmlformats.org/officeDocument/2006/relationships/notesSlide" Target="/ppt/notesSlides/notesSlide29.xml" Id="R6957735b41fa4d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90a0d04a77b74507" /><Relationship Type="http://schemas.openxmlformats.org/officeDocument/2006/relationships/notesSlide" Target="/ppt/notesSlides/notesSlide30.xml" Id="R3ffcfe0407024a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D7E6035-C0B3-403F-9FB6-47DB407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19"/>
          </a:bodyPr>
          <a:lstStyle xmlns:a="http://schemas.openxmlformats.org/drawingml/2006/main">
            <a:def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BITE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4966A5-C25C-4A78-BC8F-6E460920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303035"/>
                </a:solidFill>
                <a:latin typeface="Lato"/>
                <a:ea typeface="Lato"/>
                <a:cs typeface="Lato"/>
              </a:rPr>
              <a:t>Beyond Priors for Improved</a:t>
            </a:r>
          </a:p>
          <a:p xmlns:a="http://schemas.openxmlformats.org/drawingml/2006/main">
            <a:pPr algn="l">
              <a:defRPr sz="2625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303035"/>
                </a:solidFill>
                <a:latin typeface="Lato"/>
                <a:ea typeface="Lato"/>
                <a:cs typeface="Lato"/>
              </a:rPr>
              <a:t>Three-D Dog Pose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0C9A-AE6F-4425-AF01-7D708514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B9FB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A12145A-C048-4954-85DA-D745EB6B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Nadine Rüegg · Shashank Tripathi · Konrad Schindler</a:t>
            </a:r>
          </a:p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Michael J. Black · Silvia Zuffi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C7057F5-DF02-4963-95EC-9445E731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p.1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DC18E72-4CBA-4ABA-A22D-259482DB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65FB5C3C-1035-43D0-BB04-C3A20F27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Outline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73D37D-F3F3-4CB7-8E2D-11D171C1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C1D2F0-D3EC-49B0-AE87-9FE0991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Introduction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DD2E22-D42D-4DD7-8862-37FC7E14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4302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Problem and contributions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053303-31E8-4441-9071-8989873F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114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03–05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D441-0727-4C3C-876E-2B930DC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04975"/>
            <a:ext cx="719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8"/>
            </a:solidFill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F4E27AE-6084-491C-9604-7956450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0483231-7BE9-4B65-ADA2-5E29AD7F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62125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Related Work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268A4A1-76FC-44BC-A201-3E599538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38350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Prior work and missing evidence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4DB425C-15EB-42CD-8C80-6A11966D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06–07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A63ED-4F9B-458A-B87E-8E7515D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719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8"/>
            </a:solidFill>
          </a:ln>
        </p:spPr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135A36E-DC26-4120-A438-6634DA8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03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6AC45FB-CAA2-4B81-8462-4D71DE1D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Approach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DB574F14-0F92-4312-9BD6-B9B68FB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336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D-SMAL, contact and refinement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09D376D4-F039-4A3F-B31E-8EBAF9C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050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08–17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08E7D-0C7A-4664-94E8-C0A3B356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95625"/>
            <a:ext cx="719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8"/>
            </a:solidFill>
          </a:ln>
        </p:spPr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891427A-F580-4608-9FAF-DAA661D3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527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04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7AB735E4-32A8-404C-BD2D-0FC5B8E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52775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Experiments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613CE9D4-7DC0-41DA-B0B1-04BA0EE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Data, evaluation and ablations</a:t>
            </a:r>
          </a:p>
        </p:txBody>
      </p: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30609A12-2FBE-4378-8889-B365C1F5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0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18–26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066BF-B517-4BD8-9930-95D1A96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719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8"/>
            </a:solidFill>
          </a:ln>
        </p:spPr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2BFF3DD7-1005-4599-8447-292A95EF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6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05</a:t>
            </a:r>
          </a:p>
        </p:txBody>
      </p:sp>
      <p:sp>
        <p:nvSpPr>
          <p:cNvPr id="23" name="text-18">
            <a:extLst xmlns:a="http://schemas.openxmlformats.org/drawingml/2006/main">
              <a:ext uri="{FF2B5EF4-FFF2-40B4-BE49-F238E27FC236}">
                <a16:creationId xmlns:a16="http://schemas.microsoft.com/office/drawing/2014/main" id="{A48F7EAA-BB52-4DA3-935E-4286567D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Conclusion</a:t>
            </a:r>
          </a:p>
        </p:txBody>
      </p:sp>
      <p:sp>
        <p:nvSpPr>
          <p:cNvPr id="24" name="text-19">
            <a:extLst xmlns:a="http://schemas.openxmlformats.org/drawingml/2006/main">
              <a:ext uri="{FF2B5EF4-FFF2-40B4-BE49-F238E27FC236}">
                <a16:creationId xmlns:a16="http://schemas.microsoft.com/office/drawing/2014/main" id="{9E61BDBA-265C-4CD8-A6FF-6CD91A9C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2432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Findings and limitations</a:t>
            </a:r>
          </a:p>
        </p:txBody>
      </p:sp>
      <p:sp>
        <p:nvSpPr>
          <p:cNvPr id="25" name="text-20">
            <a:extLst xmlns:a="http://schemas.openxmlformats.org/drawingml/2006/main">
              <a:ext uri="{FF2B5EF4-FFF2-40B4-BE49-F238E27FC236}">
                <a16:creationId xmlns:a16="http://schemas.microsoft.com/office/drawing/2014/main" id="{695056F2-0E41-439D-8273-EA44D734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27–30</a:t>
            </a:r>
          </a:p>
        </p:txBody>
      </p:sp>
      <p:sp>
        <p:nvSpPr>
          <p:cNvPr id="26" name="text-21">
            <a:extLst xmlns:a="http://schemas.openxmlformats.org/drawingml/2006/main">
              <a:ext uri="{FF2B5EF4-FFF2-40B4-BE49-F238E27FC236}">
                <a16:creationId xmlns:a16="http://schemas.microsoft.com/office/drawing/2014/main" id="{6D0F4F51-E40F-445B-89F3-465BDC9C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pp.1–8</a:t>
            </a:r>
          </a:p>
        </p:txBody>
      </p:sp>
      <p:sp>
        <p:nvSpPr>
          <p:cNvPr id="27" name="text-22">
            <a:extLst xmlns:a="http://schemas.openxmlformats.org/drawingml/2006/main">
              <a:ext uri="{FF2B5EF4-FFF2-40B4-BE49-F238E27FC236}">
                <a16:creationId xmlns:a16="http://schemas.microsoft.com/office/drawing/2014/main" id="{DB0CE7E7-1202-43F3-8F4D-63C6D57E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01EE575-C551-4543-84B2-585E97D8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6D69E5-ADD2-4032-B739-63B2AE50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66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D8E6D-7D33-45D5-9F0A-9B02BCB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293EC02-4C30-45F9-809B-632350BA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Monocular 3D reconstruction</a:t>
            </a:r>
          </a:p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and the limits of existing priors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AFDC500-BD01-4A4B-9D1A-F014C58E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§1, pp.1–2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FA2CE2F-CE79-4DE7-9765-DED9AEDC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DB6C1253-673F-4E1F-B34C-F75323B8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Why single-image 3D dog reconstruction is hard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CA6B9-ED53-45C1-8A14-2E0E109D2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ec07d34884f06"/>
          <a:stretch xmlns:a="http://schemas.openxmlformats.org/drawingml/2006/main"/>
        </p:blipFill>
        <p:spPr>
          <a:xfrm xmlns:a="http://schemas.openxmlformats.org/drawingml/2006/main">
            <a:off x="4762500" y="2129510"/>
            <a:ext cx="3857625" cy="932106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A081B58-A5C9-4DE5-B1D8-5A0A42A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Depth ambiguity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394D332-E197-4C0A-AF81-11390BAB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Many 3D bodies can project to similar 2D evidence.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B5F92E7-761D-4F3E-8AAA-0CD396B3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Self-occlusion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97E42C-2C39-4097-A614-5B21EB5F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Sitting and lying hide limbs and deform the body.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C9039C7-08A9-4990-A46C-7A093D4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Limited training priors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D2A9777-D008-4529-A162-2FA47124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Available canine 3D pose data favors standing and walking.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B9CDEAD-5491-4882-80D1-EA73CE6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Paper Figure 1: input images and estimated 3D dogs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D3CB432-EDBA-4359-ADE9-4C3CCEC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pp.1–2, Fig.1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E0D4B70-CBCC-4265-9B1B-DF2D41C3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2D0BC0C-3F04-4C27-8FEE-ACC7407E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BITE: four contributions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982B08D-B574-48F8-9B5F-3975B851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Dog-specific shape model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0EFCCD-19F8-4549-A856-5ED3E89B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D-SMAL replaces a generic multi-species shape space.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564FCE-0E23-4F59-A61A-0A31A520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Ground contact supervision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308AC2-6C73-437B-91AE-AF25923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Contact and a local ground plane provide geometric evidence.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D1B7ECB-33A3-415B-B2D7-79991F87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Refinement network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CE248C-6623-464A-B4E3-C1F7C46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coarse BARC+ prediction is refined beyond its pose prior.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6190835-6BF0-4CD0-9A79-AA961951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3D evaluation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86EB8C1-ACD8-4843-B1E6-09E9245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Rendered images of scanned dogs provide 3D reference geometry.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2FFCC05-B50F-4773-8AC7-D8E0E80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§1, pp.1–2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906BB8A-0D26-474F-A0C5-770583B8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AEC4FB3-F0F1-48D6-8E45-FD65241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F56BE1-E9F9-4085-9AE8-872DAF7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66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Related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5CD80-A0C5-4EB1-AAE4-E3B9DC0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F0ADBCE-1955-4860-A763-EB419F29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Model-based, model-free</a:t>
            </a:r>
          </a:p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and contact-based reconstruction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BB7C17F-C6FB-439A-92BC-5DDB2643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§2, pp.2–3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695DE65-FF8A-4F86-BDA4-65DD4B6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E41A035-BDB6-4597-9856-009AB4AA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Prior work and the gap BITE addresses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D9B826-6A02-4E19-8680-7BD086B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Model-based: SMAL and BARC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32AA69-AE36-405B-94A2-ACD1E6F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Priors help ambiguity, but generic shape and narrow poses limit dogs.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D243C9-ED77-48C9-A9A5-5CEC19C7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Model-free reconstruction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BEF6828-8623-4DBD-88CA-91AA14E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Flexible surfaces often require video or additional assumptions.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025C93-0EE1-44FA-8723-03BDC53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Contact-based human models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1691268-7F63-4A4C-9CF0-63BEA1E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Contact has improved human reconstruction; BITE adapts ground contact to dogs.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C65CFD6-055B-4539-A442-842145FE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BITE keeps an articulated prior while adding contact evidence for refinement.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F66A959-4C03-4ADD-AF6A-8BFF319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§2, pp.2–3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52906D0-0B39-4625-9D79-84B84FC5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4B2FEB6-9702-4D3E-8ED7-B348117A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49619E-391C-4CC7-A021-B94C746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66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DCFE4-D9CE-48A9-A348-1E1C4BD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4D64002-B8F6-426E-B598-28FDDF0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D-SMAL, BARC+ refinement,</a:t>
            </a:r>
          </a:p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contact losses and optional optimization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13F3B18-DB89-4687-BF83-1FCBB07E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§3, pp.3–6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0E07514-8974-4556-A9FE-E47A836D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CF58D8D-1C7A-43F2-A322-8326363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D-SMAL: a dog-specific shape space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BEC18-AE36-49BA-A114-BCCF43702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e210d4624475a"/>
          <a:stretch xmlns:a="http://schemas.openxmlformats.org/drawingml/2006/main"/>
        </p:blipFill>
        <p:spPr>
          <a:xfrm xmlns:a="http://schemas.openxmlformats.org/drawingml/2006/main">
            <a:off x="4762500" y="1946443"/>
            <a:ext cx="3857625" cy="1298239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3840071-716D-4C53-A08B-B179AB3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Training shapes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D09E607-887D-420B-9B50-2E5964B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39 scanned canine-family toy figurines: 5 prior + 34 new.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908CC8F-020E-41C0-92B2-1A883D06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Registration and PCA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67A4CFE-5A82-4A47-B728-BFF9A58E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Register a common mesh and learn shape variations.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ADECD0-4E64-4B77-BB26-8161DD21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Additional controls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6AB9785-C231-46FD-85A2-78623FAA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Variable limb lengths and ear articulation improve expressiveness.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8BA719-8245-4EE8-8A56-95574B37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Figure 2: mean shape and seven principal deformation modes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AC2ABF1-2ED3-4F50-AAD0-41F386A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§3.1, pp.3–4; Fig.2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14AFA41-7EBA-4D6E-AC42-9BC77F6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79987C1-8A12-45A5-9434-19771E5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BITE network overview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CDC860-F462-4D71-A0A9-E00F50B2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Figure 3: BARC+ produces a coarse fit; BITE refines it using image and reprojection evidence.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98259-5320-4226-98BF-8428E1AE6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48e536fee4919"/>
          <a:stretch xmlns:a="http://schemas.openxmlformats.org/drawingml/2006/main"/>
        </p:blipFill>
        <p:spPr>
          <a:xfrm xmlns:a="http://schemas.openxmlformats.org/drawingml/2006/main">
            <a:off x="476250" y="1554997"/>
            <a:ext cx="8191500" cy="2462131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04DF3CE-AD93-4AC3-AEC0-FE444A2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Refinement predicts pose, camera, contact labels and ground flatness.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3169097-9D90-4CE4-AB2B-E0B84D7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§3.2, pp.4–5; Fig.3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8DD75ED-EEFB-43A0-997F-6B57983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7F57C-A7C3-43A1-9961-95F2C80CC6C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57950" y="22574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32EC9-D991-4B42-8360-C33FF32A3FA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91025" y="22574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F56DB-629A-434A-B67D-5A855E57B405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2574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43DADF96-8510-44B2-A8C1-4465AD1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BARC+: the coarse estimation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717B3-B3BF-4B99-9769-485ADF89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FC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F797DE2-1B72-4CDC-AB37-30A9DFE6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Input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A6C8EBD-235C-4EED-8B7B-37985954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Single RGB</a:t>
            </a:r>
          </a:p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1D0A-F2EC-4CB3-AC51-EAB5D315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5621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EE"/>
          </a:solidFill>
          <a:ln xmlns:a="http://schemas.openxmlformats.org/drawingml/2006/main" w="0">
            <a:noFill/>
          </a:ln>
        </p:spPr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42259DA0-1F96-4EF1-A273-5229BE48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14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2D evidence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78E61CDB-ADF5-42E3-B93B-D2CC65BA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095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Keypoints +</a:t>
            </a:r>
          </a:p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silhouette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AD2A2-CC6B-4E2C-86ED-F299260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621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FC"/>
          </a:solidFill>
          <a:ln xmlns:a="http://schemas.openxmlformats.org/drawingml/2006/main" w="0">
            <a:noFill/>
          </a:ln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63FE465C-B2E8-4E85-B059-44551ADE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3D parameters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3F6772B7-3F6F-41AE-9F9A-A1BA926F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Shape, pose</a:t>
            </a:r>
          </a:p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and camera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6BD1B-290F-44EC-AC72-AFF51F77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62100"/>
            <a:ext cx="1828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EE"/>
          </a:solidFill>
          <a:ln xmlns:a="http://schemas.openxmlformats.org/drawingml/2006/main" w="0">
            <a:noFill/>
          </a:ln>
        </p:spPr>
      </p:sp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D9863F5F-AB92-4812-B479-79D70E3B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D-SMAL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DBB7131B-C6A9-47E3-81C2-C6F4960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Initial posed</a:t>
            </a:r>
          </a:p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dog mesh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3CF1A80B-FB20-410C-A1BD-65F56F6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BARC+ retains BARC’s architecture while replacing SMAL with D-SMAL.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AEE3028B-CDB2-48DF-BD44-06DA86A1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§3.2–3.3, p.4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DA42B22E-9931-449B-8126-3398EAA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F0FD142-3AF1-4E94-904F-B31732A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Refinement uses 2D residual evidence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183007-5FC3-418A-BC45-1F0BA3D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Inputs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6CCD682-2B2E-48F4-BF50-51CE7EC5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RGB image, BARC+ keypoints and silhouette, plus projections of the coarse mesh.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5D95EAC-8EF7-40BF-917F-34339BB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Operation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D188EA-B8C5-411F-833A-FAC0805B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2D encoder and prediction heads estimate differential corrections.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3E01E65-4A29-4031-A980-3ED434E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Outputs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1525353-BF95-4FFA-BC0F-4259CCAC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Refined pose, translation and camera; contact and flatness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87A090C-FFAC-4413-8DF0-13E6ADC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Network refinement keeps the coarse shape fixed; shape refinement is tested separately.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C4EE62-0291-4FF1-8CBA-6BDEDB7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§3.2, p.4; Fig.3 p.5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BDAED19-E226-4712-A97B-8D1C084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44A1934-5E99-42C7-8832-F1DEE0EB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Ground-contact labels: training vs inference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378521-D5EC-4424-92B8-2D8BC21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Training annotations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6B95A0-C1F3-4992-988A-177B2078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Annotators mark ground flatness and contact on paws or mesh vertices.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5CBA68-AE0F-49D8-9072-69285D72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Training losses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F51C594-7772-4FBD-9EB3-69AC52EB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For flat-ground examples, contact and penetration losses supervise geometry.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0E7757E-2A75-419B-ACC1-9B32AC39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Inference predictions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9DE271A-B249-4FD1-B3DF-D60E0CA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The network predicts per-vertex contact and ground flatness.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3AF9B0B-9722-435C-8FC1-8C8C383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Optional optimization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3CD661F-9B51-441C-BBD3-413F64B6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Predicted contact and flatness guide test-time fitting.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4FB9C06-2378-4BB8-8C60-44069330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§3.2–3.4 and §4.1, pp.4–6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1BE2CE2-A55D-4D2E-9406-098C2ACB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796670A-05D6-43F7-8649-EED8997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Ground contact: fit a plane to contact points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A4DEDC5-9672-4519-AD77-030FDEF7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c = (1/m) Σᵢ pᵢ     A = [p₁ − c, …, pₘ − c]</a:t>
            </a:r>
          </a:p>
          <a:p xmlns:a="http://schemas.openxmlformats.org/drawingml/2006/main">
            <a:pPr algn="l">
              <a:def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A = U Σ Vᵀ        Lplane = σ₃²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39AD7B-C598-413A-8DBB-8E8ED61C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Input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22A2F9-63CD-4F21-B7FB-CC0668D4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m labeled contact points pᵢ on a uniformly remeshed surface.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0D1141-1AEC-4679-860F-3F37D296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Operation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99AA59-C2C8-4B19-A18A-030EB636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Center points; the least-variance SVD direction defines the plane normal.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E3B2E8D-EF91-4F43-B60C-65897199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Output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8F3D7B8-F5BD-4EF0-B166-F74827A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Minimize squared contact-to-plane distances through σ₃².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13912F7-5E0C-4571-BDFA-7972E614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§3.3, pp.4–5, Eqs.1–3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EC60B27-0B97-4837-884B-C3F2EAFF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220657D2-9557-49E4-A1A5-0195325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Ground penetration and other losses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A4DED68-3CB6-4C59-9954-8DC51BF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Penetration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99C2E3F-4910-4D0B-AB5C-BF74FA7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Penalize non-contact vertices below the estimated ground plane.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37BF6D-FD78-4CFC-A330-FC9BCCE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Reprojection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CE9AA8-B2B0-4585-BA39-936B8260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Keypoint and silhouette losses maintain image alignment.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F1C7B92-F0D0-4986-A47D-E8AC916A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Auxiliary classification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ED84D51-2324-49CB-9928-2EBF1804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Cross-entropy supervises vertex contact and ground flatness.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0FF801-BD8A-4341-B829-BF16E32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Joint regularizers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4BA33D5-A86C-4C8C-913B-9DB29E92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Discourage implausible limb torsion and sideways motion.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C9D64F1-ECAD-4090-A3FA-504D7E00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§3.3, p.5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A51BBFF-2AD0-415A-8785-FA7BACE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68E1891-5629-475B-B032-B98A59C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Beyond a restrictive pose prior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3639F-BEEC-4A49-A3A5-4FA1C49C4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e44667e8a48df"/>
          <a:stretch xmlns:a="http://schemas.openxmlformats.org/drawingml/2006/main"/>
        </p:blipFill>
        <p:spPr>
          <a:xfrm xmlns:a="http://schemas.openxmlformats.org/drawingml/2006/main">
            <a:off x="4762500" y="1813120"/>
            <a:ext cx="3857625" cy="1564886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207441A-4090-4D13-A242-EF65573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Start from BARC+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7C1BBEB-5BBA-4D8C-A92F-896918E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prior trained on simple poses produces a plausible initial fit.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C8A282D-ECBB-4BB3-9ACA-48F31406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Predict a correction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07CD32B-48C8-4946-AD60-357BDAE7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Scale the additive pose update by a constant factor of 0.1.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B76130F-97E1-454E-8208-CDB0341E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Allow unfamiliar poses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AA82A09-1C77-4BFE-9117-11DC2982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No hard bound prevents larger deviations after training.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40259A1-88AA-40CF-B143-DFF23B2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Figure 6: input, BARC+ with contact, then BITE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28715F3-527C-4758-A25F-E50A7116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§3.2–3.3, pp.4–5; Fig.6 p.8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53F5E41-EE5D-4EA9-8EBA-F37FC28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3A4E334-CE96-44CE-844E-BEE1D01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Optional test-time optimization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215620-3466-47E9-9252-D4AC703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Optimize per image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984B8D-7F3D-4D8A-A41A-E0F164AE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Update translation, focal length, pose and shape.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B6D3DB-9B1C-4E97-8DD1-158AF7E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Two stages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FAA4E4-DC22-444D-A951-8553311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First use PCA shape and limb parameters; then allow symmetric vertex shifts.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E75B99-1DDC-4133-990F-81489C91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Losses and condition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98CCBA2-6881-4F36-8735-5FEB247D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Use predicted 2D cues; activate contact losses when ground is predicted flat.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3840F69-9C37-4977-9BB6-1A9EA2B4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Trade-off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B861449-3F1B-459E-9C65-6F65E9B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Further 3D improvement costs extra runtime.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96C2748-3100-45E4-AE4C-8025389F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BITE-ttopt includes this optional optimization; BITE is the network output.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7725161-75C9-40D2-B747-1708567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§3.4, pp.5–6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B5EFBA8-4E36-4E12-B073-4FEAC6D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EF83942-8448-499C-BA42-C3F4868E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D26E89-7903-400C-B299-8586C31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66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B1D15-152C-4EE8-A165-107FB554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776F7CD-8027-430C-A183-087774EF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Training data, 3D protocol,</a:t>
            </a:r>
          </a:p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comparisons and ablation studies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053DCD2-1687-4017-B1CD-E3B9DD6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§4, pp.6–8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949B57C-C8A5-4676-AFA4-9E394C8E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5569246-79BA-48BA-B6D9-0869BC92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StanfordExtra contact annotations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87FA1-3544-4F3A-B9F4-F6C1163494B0}"/>
              </a:ext>
            </a:extLst>
          </p:cNvPr>
          <p:cNvGraphicFramePr/>
          <p:nvPr/>
        </p:nvGraphicFramePr>
        <p:xfrm>
          <a:off xmlns:a="http://schemas.openxmlformats.org/drawingml/2006/main" x="476250" y="1190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3524250"/>
              </a:tblGrid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Training pose category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Images with contact labels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Standing or walking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2,554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Lying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795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Sitting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867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Other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89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4,305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EB6338A-400F-47ED-ACBE-C6218A7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Batch sampling balances pose and ground-flatness groups; 2D labels and breed labels are also used.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2432814-F183-41BC-88F8-1D44196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§4.1, p.6; total calculated from reported counts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1245B75-8BC4-4956-885A-111D85D8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5376775-4FFA-4803-9BE1-9C707E5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3D evaluation dataset and alignment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6E558-C8F1-479E-9D4E-7C6B2EFF06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b9444305b49dd"/>
          <a:stretch xmlns:a="http://schemas.openxmlformats.org/drawingml/2006/main"/>
        </p:blipFill>
        <p:spPr>
          <a:xfrm xmlns:a="http://schemas.openxmlformats.org/drawingml/2006/main">
            <a:off x="4762500" y="1647908"/>
            <a:ext cx="3857625" cy="1895310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7F71944-A398-4F08-AA97-6941C549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Semi-synthetic test set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91CA3AA-2DBC-47DD-A98C-B8AE595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26 textured scans of six dogs, rendered from seven views per dog.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D26D54-B321-4A96-820C-5C55C620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Common inputs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1517E86-9F5F-42FF-868D-407B7D4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Rendered 1080 × 1080 images with ground-truth bounding boxes.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AA7B3EB-08B5-497F-97A9-97B481B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Rigid alignment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B54C37D-9C7B-4232-9F84-AA0F0AB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Keypoint initialization, then scan-to-mesh alignment.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23B18AB-1712-4F4A-9462-D974F5E5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Figure 7: rendered scans used as test images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4728136-83DD-40B2-9F30-F6D8EA86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§4.2, pp.6–7; Fig.7 p.8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2C950F7-587D-4F87-8C2F-2BBF84A9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D6E08359-CC29-4DD7-9A49-48264347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Why evaluate both 3D distances?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42CDC5-27C2-4550-B9CD-137F36D6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Scan → mesh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870C6-00E2-4D7E-B3EC-27A4C43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B9FB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86DD031-E342-4125-B553-B66DC5A7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3762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For each scan vertex, measure distance to the predicted surface.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0F9FFD5-DF04-42B1-A5A0-E9CB3049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376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low score alone can miss extraneous predicted regions.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535270A-7678-40A2-BF7B-F4C7404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2573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Mesh →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A8042-83F7-4F70-8BD1-B074E0E5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526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DCA94CE3-6DCE-4217-8D51-60964404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90725"/>
            <a:ext cx="3762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Measure predicted surface points against the scan.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E9A09607-90DB-4FB1-92DB-082AD4D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19425"/>
            <a:ext cx="376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Complements the first direction for deformable bodies.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9CCCBFE2-AE44-40F3-8D72-77D1289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Both errors are in centimeters after alignment; lower is better.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0828843D-42E3-46E4-B8FB-9CE54762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§4.2, pp.6–7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414E112-9DA4-461B-B87D-D29E3DC1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2F63B48-8069-48EF-8AFA-5E5AFB5C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BITE reduces 3D surface error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FAF43-D9D5-43C3-B630-54B860A19B1A}"/>
              </a:ext>
            </a:extLst>
          </p:cNvPr>
          <p:cNvGraphicFramePr/>
          <p:nvPr/>
        </p:nvGraphicFramePr>
        <p:xfrm>
          <a:off xmlns:a="http://schemas.openxmlformats.org/drawingml/2006/main" x="476250" y="1190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28875"/>
                <a:gridCol w="2428875"/>
              </a:tblGrid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Scan → mesh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Mesh → scan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WLDO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2.65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7.55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CTF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2.59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6.17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BARC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2.40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3.93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BITE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2.07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3.15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BITE-ttopt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2.03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2.84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87B8623-DC92-4C5D-AB68-C34EB07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Against BARC: BITE improves by 0.33 cm and 0.78 cm, respectively.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D0C6104-6A66-421E-8183-34340975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Semi-synthetic scan test; cm, lower is better. ttopt adds per-image optimization.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4C0D87B-F0C0-42BF-BBDB-714BA81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§4.3, Table 1, p.7; differences calculated from table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7723A74-78D9-4FDF-9DBB-39A252AD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0E4B37C-8129-4B15-BE6E-49873D6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Qualitative comparison with prior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25ED2D-CE0A-4C76-AFA0-5FF3254C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Rows: WLDO, CTF, BARC, BITE and BITE-ttopt; columns show different test images.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54DB3-5222-4A83-88E6-0F2C1A426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7a71a56964198"/>
          <a:stretch xmlns:a="http://schemas.openxmlformats.org/drawingml/2006/main"/>
        </p:blipFill>
        <p:spPr>
          <a:xfrm xmlns:a="http://schemas.openxmlformats.org/drawingml/2006/main">
            <a:off x="1792907" y="1476375"/>
            <a:ext cx="5558186" cy="261937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12B0BB7-FBAA-4098-B43A-A65B32C1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Inspect the estimated 3D pose from the input view and a second view.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0A20FA0-AB16-41F1-A4B8-7932484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Fig.4, p.8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3913F35-98D2-474A-B218-ED62EED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FB26757-1920-407F-9B64-BE55629D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Ablation: contact and refinement matter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D0F88-BFCC-46A5-A18C-6B2A690D32CF}"/>
              </a:ext>
            </a:extLst>
          </p:cNvPr>
          <p:cNvGraphicFramePr/>
          <p:nvPr/>
        </p:nvGraphicFramePr>
        <p:xfrm>
          <a:off xmlns:a="http://schemas.openxmlformats.org/drawingml/2006/main" x="476250" y="1190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Scan → mesh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Mesh → scan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BARC+ without contact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2.32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3.92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BARC+ with contact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2.13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3.48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BITE without contact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2.30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4.16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BITE without sampler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2.09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3.31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</a:tr>
              <a:tr h="4286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BITE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2.07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3.15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DFA8CA7-8C2D-49D5-8453-61B7C33E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For BITE, adding contact lowers error by 0.23 cm and 1.01 cm.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60DAEC3-E3F2-4C01-B729-9082D9B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Same semi-synthetic test and cm metrics; sampler is the pose-balanced training sampler.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AB09CBA-6E26-47D6-BFB1-1DFD962E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§4.4, Table 2, p.7; differences calculated from table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AE97EE3-258E-4543-8E97-6E5ABBD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C0D9D9D7-4DE6-4C01-84DC-E29D206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Refinement helps poses outside the prior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27ACB-AC76-478D-A5D8-EF3B1F565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4b7c702a14c78"/>
          <a:stretch xmlns:a="http://schemas.openxmlformats.org/drawingml/2006/main"/>
        </p:blipFill>
        <p:spPr>
          <a:xfrm xmlns:a="http://schemas.openxmlformats.org/drawingml/2006/main">
            <a:off x="4762500" y="1813120"/>
            <a:ext cx="3857625" cy="1564886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67831BB-966B-479F-B7C3-3B93611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BARC+ with contact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4ACD231-FDB8-4066-B51B-FA6A3AF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restrictive prior can still fit poses close to training examples.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3A93917-337C-4444-8698-250777D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BITE refinement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EA8CCA8-C73B-4105-B91F-E60D7F5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Adds flexibility for sitting and lying beyond the prior.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E9A97D5-4943-4088-94E5-56C8CC2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514889"/>
                </a:solidFill>
                <a:latin typeface="Lato"/>
                <a:ea typeface="Lato"/>
                <a:cs typeface="Lato"/>
              </a:rPr>
              <a:t>Interpretation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7C2B921-6E5B-4005-B6FC-1BB8F96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The examples illustrate behavior; Table 2 provides aggregate evidence.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84351B2-8559-4A93-9B56-FE9BE9E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Figure 6: top input; middle BARC+ with contact; bottom BITE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536F48C0-607D-4280-AC35-AF39C677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§4.4, p.7; Fig.6 p.8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B3753F50-8904-4E32-8973-36E8B335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ADBFC44-BA60-4FBA-AA32-C094972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Shape refinement can degrade 3D accuracy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55055-0A83-49E4-891D-B627510CE274}"/>
              </a:ext>
            </a:extLst>
          </p:cNvPr>
          <p:cNvGraphicFramePr/>
          <p:nvPr/>
        </p:nvGraphicFramePr>
        <p:xfrm>
          <a:off xmlns:a="http://schemas.openxmlformats.org/drawingml/2006/main" x="476250" y="1190625"/>
          <a:ext xmlns:a="http://schemas.openxmlformats.org/drawingml/2006/main" cx="81915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00250"/>
                <a:gridCol w="2000250"/>
              </a:tblGrid>
              <a:tr h="476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Scan → mesh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Mesh → scan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T w="4763">
                      <a:solidFill>
                        <a:srgbClr val="DBD9E5"/>
                      </a:solidFill>
                      <a:prstDash val="solid"/>
                    </a:lnT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76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BITE: shape fixed in refinement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2.07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Lato"/>
                          <a:ea typeface="Lato"/>
                          <a:cs typeface="Lato"/>
                        </a:rPr>
                        <a:t>3.15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76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Allow shape updates in BARC+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2.12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3.17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0EFF4"/>
                    </a:solidFill>
                  </a:tcPr>
                </a:tc>
              </a:tr>
              <a:tr h="476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Predict shape in refinement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BD9E5"/>
                      </a:solidFill>
                      <a:prstDash val="solid"/>
                    </a:lnL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2.29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Lato"/>
                          <a:ea typeface="Lato"/>
                          <a:cs typeface="Lato"/>
                        </a:rPr>
                        <a:t>4.24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BD9E5"/>
                      </a:solidFill>
                      <a:prstDash val="solid"/>
                    </a:lnR>
                    <a:lnB w="4763">
                      <a:solidFill>
                        <a:srgbClr val="DBD9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039113E-8C52-4626-A680-0E70D460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Changing shape during network refinement can satisfy contact by distorting anatomy.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2AA28E8-0259-411B-A115-DB986ADE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86673"/>
                </a:solidFill>
                <a:latin typeface="Lato"/>
                <a:ea typeface="Lato"/>
                <a:cs typeface="Lato"/>
              </a:rPr>
              <a:t>The optional test-time optimization does allow shape changes; it is a distinct stage.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F939C8C-7392-4CA1-B3C2-C635DFD2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§4.4, Table 2, p.7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DBE1AD1-4DBD-4497-BCCB-1E4C91B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950F2FA-3095-466C-B703-7295B94D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90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7875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05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B222E5-9EB8-4205-A417-17CA547D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66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D9BBA-4295-4E3E-BB29-8777FF67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458A927-2566-4926-B76F-EC23862B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Contributions, limitations</a:t>
            </a:r>
          </a:p>
          <a:p xmlns:a="http://schemas.openxmlformats.org/drawingml/2006/main">
            <a:pPr algn="l">
              <a:defRPr sz="19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and next research questions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EF5790B-AFFE-4F25-95B5-D112F213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§5, pp.7–8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2AB6EEA-28FA-47FD-AC3F-3E9D2FD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934B1AC-C070-4DA5-B530-BC942EAF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Conclusions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D7F2E3-815D-4A29-9262-81333FC0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D-SMAL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80B86E-97F0-4ABC-AFDB-B4F4DDA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dog-specific parametric model improves the available shape representation.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9FACE9-DB80-433A-9194-603F194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Contact-guided refinement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02328C-352D-4D96-8D6D-AEDA1FA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Ground constraints help move beyond the narrow pose prior.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FF6F19-A76C-4796-AD20-87AD21E1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3D evidence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F52EE2D-16F1-4FEB-8D62-471BDB7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BITE and BITE-ttopt improve both reported surface-distance metrics.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EB3E958-0426-4DAC-8648-56E08B1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A useful prior is a starting point; additional geometry can guide refinement.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84C1877-51CA-4E2F-B57A-6ED7E4E4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§5, pp.7–8; Tables 1–2, p.7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0AF538E-6204-4E8C-B361-473ADBCD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4E7B66A7-7A32-4728-A2A3-6B7B7646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"/>
            <a:ext cx="814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03035"/>
                </a:solidFill>
                <a:latin typeface="Lato"/>
                <a:ea typeface="Lato"/>
                <a:cs typeface="Lato"/>
              </a:rPr>
              <a:t>Limitations and future directions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4FB744-917A-4B96-8BA8-48C2258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Test-set scope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86E411-990B-4D12-A691-4F31BE62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Six scanned dogs; rendered images and ground-truth boxes limit deployment realism.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27473E-5ED5-47A1-94F5-47FA8059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Ground assumption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3A3CA2-D5DD-4F16-8F9C-0581EB62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Contact optimization is enabled when the predicted ground is flat.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62445E-A659-40C6-B73E-D64A2B8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Shape and geometry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B1FD247-0327-4AAE-9174-409D9A70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Symmetric shifts cannot capture asymmetry; self-intersections remain.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05BF4E0-A79E-4410-BB53-80AE6C46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defPPr>
            <a:lvl1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1pPr>
            <a:lvl2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2pPr>
            <a:lvl3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3pPr>
            <a:lvl4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4pPr>
            <a:lvl5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5pPr>
            <a:lvl6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6pPr>
            <a:lvl7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7pPr>
            <a:lvl8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8pPr>
            <a:lvl9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514889"/>
                </a:solidFill>
                <a:latin typeface="Lato"/>
                <a:ea typeface="Lato"/>
                <a:cs typeface="Lato"/>
              </a:rPr>
              <a:t>Future work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4EEB548-8D3A-4929-AA2E-E74DF5A7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Expand the shape space and model pose-dependent deformation.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2B474C6-1DBF-4E53-BFA0-A9C4F49C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defPPr>
            <a:lvl1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1pPr>
            <a:lvl2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2pPr>
            <a:lvl3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3pPr>
            <a:lvl4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4pPr>
            <a:lvl5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5pPr>
            <a:lvl6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6pPr>
            <a:lvl7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7pPr>
            <a:lvl8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8pPr>
            <a:lvl9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74142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C74142"/>
                </a:solidFill>
                <a:latin typeface="Lato"/>
                <a:ea typeface="Lato"/>
                <a:cs typeface="Lato"/>
              </a:rPr>
              <a:t>Reported 3D gains do not establish robustness across all breeds, scenes or poses.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27C17E6-CDC2-4CB3-8328-27C8FDD7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Paper: Rüegg et al., BITE. https://bite.is.tue.mpg.de/</a:t>
            </a:r>
          </a:p>
          <a:p xmlns:a="http://schemas.openxmlformats.org/drawingml/2006/main">
            <a:pPr algn="l">
              <a:defRPr sz="105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Template: Slidesgo; icons and images: Flaticon / Freepik.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D0EC643-72F4-4ADD-AFC6-42A8F4A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938" b="0">
                <a:solidFill>
                  <a:srgbClr val="686673"/>
                </a:solidFill>
                <a:latin typeface="Lato"/>
                <a:ea typeface="Lato"/>
                <a:cs typeface="Lato"/>
              </a:rPr>
              <a:t>Source: Paper, §3.4 and §5, pp.5–8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71430CB-5240-4586-99CE-3822CA0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0">
            <a:extLst xmlns:a="http://schemas.openxmlformats.org/drawingml/2006/main">
              <a:ext uri="{FF2B5EF4-FFF2-40B4-BE49-F238E27FC236}">
                <a16:creationId xmlns:a16="http://schemas.microsoft.com/office/drawing/2014/main" id="{73697286-A58B-4070-B34F-E0E68535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4787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Thank you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6EBF448-D29A-4A7D-8918-0C561CC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866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86673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80419270"/>
      </p:ext>
    </p:extLst>
  </p:cSld>
</p:sld>
</file>

<file path=ppt/theme/theme1.xml><?xml version="1.0" encoding="utf-8"?>
<a:theme xmlns:a="http://schemas.openxmlformats.org/drawingml/2006/main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2026-10-30T12:48:18.0260000Z</dcterms:created>
  <dcterms:modified xsi:type="dcterms:W3CDTF">2026-10-30T12:48:18.0260000Z</dcterms:modified>
</coreProperties>
</file>